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</p:sldIdLst>
  <p:sldSz cx="18103850" cy="10288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DA00"/>
    <a:srgbClr val="E3DE00"/>
    <a:srgbClr val="F0EA00"/>
    <a:srgbClr val="FFE2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E8C568-FE4C-4A8B-AB52-82592F803D4D}" v="4" dt="2026-08-03T10:06:57.6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42" d="100"/>
          <a:sy n="42" d="100"/>
        </p:scale>
        <p:origin x="78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dro Lucas de Oliveira" userId="decf2ebc-4f1b-4875-9cd3-eb66623e709f" providerId="ADAL" clId="{D4888E3A-4B92-457B-A42D-5FC11DBDCBA1}"/>
    <pc:docChg chg="modSld">
      <pc:chgData name="Pedro Lucas de Oliveira" userId="decf2ebc-4f1b-4875-9cd3-eb66623e709f" providerId="ADAL" clId="{D4888E3A-4B92-457B-A42D-5FC11DBDCBA1}" dt="2026-08-03T10:15:47.409" v="68" actId="207"/>
      <pc:docMkLst>
        <pc:docMk/>
      </pc:docMkLst>
      <pc:sldChg chg="addSp modSp mod">
        <pc:chgData name="Pedro Lucas de Oliveira" userId="decf2ebc-4f1b-4875-9cd3-eb66623e709f" providerId="ADAL" clId="{D4888E3A-4B92-457B-A42D-5FC11DBDCBA1}" dt="2026-08-03T10:02:12.753" v="39" actId="14100"/>
        <pc:sldMkLst>
          <pc:docMk/>
          <pc:sldMk cId="3915172499" sldId="256"/>
        </pc:sldMkLst>
        <pc:spChg chg="add mod ord">
          <ac:chgData name="Pedro Lucas de Oliveira" userId="decf2ebc-4f1b-4875-9cd3-eb66623e709f" providerId="ADAL" clId="{D4888E3A-4B92-457B-A42D-5FC11DBDCBA1}" dt="2026-08-03T10:01:48.162" v="33" actId="1036"/>
          <ac:spMkLst>
            <pc:docMk/>
            <pc:sldMk cId="3915172499" sldId="256"/>
            <ac:spMk id="2" creationId="{2AEEE017-526C-DC74-6826-D332EA654FB5}"/>
          </ac:spMkLst>
        </pc:spChg>
        <pc:spChg chg="mod">
          <ac:chgData name="Pedro Lucas de Oliveira" userId="decf2ebc-4f1b-4875-9cd3-eb66623e709f" providerId="ADAL" clId="{D4888E3A-4B92-457B-A42D-5FC11DBDCBA1}" dt="2026-08-03T10:02:03.532" v="34" actId="14100"/>
          <ac:spMkLst>
            <pc:docMk/>
            <pc:sldMk cId="3915172499" sldId="256"/>
            <ac:spMk id="3" creationId="{E934607F-D5B4-3290-9B50-1141193DD2F9}"/>
          </ac:spMkLst>
        </pc:spChg>
        <pc:spChg chg="add mod">
          <ac:chgData name="Pedro Lucas de Oliveira" userId="decf2ebc-4f1b-4875-9cd3-eb66623e709f" providerId="ADAL" clId="{D4888E3A-4B92-457B-A42D-5FC11DBDCBA1}" dt="2026-08-03T10:02:12.753" v="39" actId="14100"/>
          <ac:spMkLst>
            <pc:docMk/>
            <pc:sldMk cId="3915172499" sldId="256"/>
            <ac:spMk id="4" creationId="{CC8C5592-C679-34B3-42DE-C85D047BE0B4}"/>
          </ac:spMkLst>
        </pc:spChg>
        <pc:spChg chg="mod">
          <ac:chgData name="Pedro Lucas de Oliveira" userId="decf2ebc-4f1b-4875-9cd3-eb66623e709f" providerId="ADAL" clId="{D4888E3A-4B92-457B-A42D-5FC11DBDCBA1}" dt="2026-08-03T09:59:57.191" v="3" actId="1037"/>
          <ac:spMkLst>
            <pc:docMk/>
            <pc:sldMk cId="3915172499" sldId="256"/>
            <ac:spMk id="75" creationId="{304DDFD2-6990-FADA-3D21-ABC3E159D0A5}"/>
          </ac:spMkLst>
        </pc:spChg>
      </pc:sldChg>
      <pc:sldChg chg="addSp modSp mod">
        <pc:chgData name="Pedro Lucas de Oliveira" userId="decf2ebc-4f1b-4875-9cd3-eb66623e709f" providerId="ADAL" clId="{D4888E3A-4B92-457B-A42D-5FC11DBDCBA1}" dt="2026-08-03T10:15:47.409" v="68" actId="207"/>
        <pc:sldMkLst>
          <pc:docMk/>
          <pc:sldMk cId="1611592038" sldId="257"/>
        </pc:sldMkLst>
        <pc:spChg chg="add mod ord">
          <ac:chgData name="Pedro Lucas de Oliveira" userId="decf2ebc-4f1b-4875-9cd3-eb66623e709f" providerId="ADAL" clId="{D4888E3A-4B92-457B-A42D-5FC11DBDCBA1}" dt="2026-08-03T10:02:24.560" v="41" actId="167"/>
          <ac:spMkLst>
            <pc:docMk/>
            <pc:sldMk cId="1611592038" sldId="257"/>
            <ac:spMk id="2" creationId="{9B5B2356-5C4E-3E92-7500-11E01D85C8FC}"/>
          </ac:spMkLst>
        </pc:spChg>
        <pc:spChg chg="mod">
          <ac:chgData name="Pedro Lucas de Oliveira" userId="decf2ebc-4f1b-4875-9cd3-eb66623e709f" providerId="ADAL" clId="{D4888E3A-4B92-457B-A42D-5FC11DBDCBA1}" dt="2026-08-03T10:15:19.334" v="67" actId="14100"/>
          <ac:spMkLst>
            <pc:docMk/>
            <pc:sldMk cId="1611592038" sldId="257"/>
            <ac:spMk id="3" creationId="{24459ABD-C48C-759D-0B9F-E1559E8F0BFA}"/>
          </ac:spMkLst>
        </pc:spChg>
        <pc:spChg chg="mod">
          <ac:chgData name="Pedro Lucas de Oliveira" userId="decf2ebc-4f1b-4875-9cd3-eb66623e709f" providerId="ADAL" clId="{D4888E3A-4B92-457B-A42D-5FC11DBDCBA1}" dt="2026-08-03T10:03:16.927" v="57" actId="14100"/>
          <ac:spMkLst>
            <pc:docMk/>
            <pc:sldMk cId="1611592038" sldId="257"/>
            <ac:spMk id="5" creationId="{FFECBC65-9B7E-A95D-6F91-F5464A247F36}"/>
          </ac:spMkLst>
        </pc:spChg>
        <pc:spChg chg="mod">
          <ac:chgData name="Pedro Lucas de Oliveira" userId="decf2ebc-4f1b-4875-9cd3-eb66623e709f" providerId="ADAL" clId="{D4888E3A-4B92-457B-A42D-5FC11DBDCBA1}" dt="2026-08-03T10:15:11.975" v="65" actId="1076"/>
          <ac:spMkLst>
            <pc:docMk/>
            <pc:sldMk cId="1611592038" sldId="257"/>
            <ac:spMk id="7" creationId="{1360037F-4043-BB21-DEC9-8CEA8F85066D}"/>
          </ac:spMkLst>
        </pc:spChg>
        <pc:spChg chg="mod">
          <ac:chgData name="Pedro Lucas de Oliveira" userId="decf2ebc-4f1b-4875-9cd3-eb66623e709f" providerId="ADAL" clId="{D4888E3A-4B92-457B-A42D-5FC11DBDCBA1}" dt="2026-08-03T10:03:13.003" v="56" actId="1076"/>
          <ac:spMkLst>
            <pc:docMk/>
            <pc:sldMk cId="1611592038" sldId="257"/>
            <ac:spMk id="13" creationId="{263120D6-D566-68E6-5C94-FEB8D8F9915E}"/>
          </ac:spMkLst>
        </pc:spChg>
        <pc:spChg chg="mod">
          <ac:chgData name="Pedro Lucas de Oliveira" userId="decf2ebc-4f1b-4875-9cd3-eb66623e709f" providerId="ADAL" clId="{D4888E3A-4B92-457B-A42D-5FC11DBDCBA1}" dt="2026-08-03T10:15:47.409" v="68" actId="207"/>
          <ac:spMkLst>
            <pc:docMk/>
            <pc:sldMk cId="1611592038" sldId="257"/>
            <ac:spMk id="29" creationId="{4C2BC9B8-1640-8C90-7F2C-F3A59AD59C8E}"/>
          </ac:spMkLst>
        </pc:spChg>
        <pc:spChg chg="mod">
          <ac:chgData name="Pedro Lucas de Oliveira" userId="decf2ebc-4f1b-4875-9cd3-eb66623e709f" providerId="ADAL" clId="{D4888E3A-4B92-457B-A42D-5FC11DBDCBA1}" dt="2026-08-03T10:02:34.822" v="48" actId="1037"/>
          <ac:spMkLst>
            <pc:docMk/>
            <pc:sldMk cId="1611592038" sldId="257"/>
            <ac:spMk id="75" creationId="{292C0DCC-6C67-D103-618D-603AA8238AF5}"/>
          </ac:spMkLst>
        </pc:spChg>
      </pc:sldChg>
      <pc:sldChg chg="addSp modSp mod">
        <pc:chgData name="Pedro Lucas de Oliveira" userId="decf2ebc-4f1b-4875-9cd3-eb66623e709f" providerId="ADAL" clId="{D4888E3A-4B92-457B-A42D-5FC11DBDCBA1}" dt="2026-08-03T10:07:03.309" v="64" actId="167"/>
        <pc:sldMkLst>
          <pc:docMk/>
          <pc:sldMk cId="3867239618" sldId="258"/>
        </pc:sldMkLst>
        <pc:spChg chg="add mod ord">
          <ac:chgData name="Pedro Lucas de Oliveira" userId="decf2ebc-4f1b-4875-9cd3-eb66623e709f" providerId="ADAL" clId="{D4888E3A-4B92-457B-A42D-5FC11DBDCBA1}" dt="2026-08-03T10:07:03.309" v="64" actId="167"/>
          <ac:spMkLst>
            <pc:docMk/>
            <pc:sldMk cId="3867239618" sldId="258"/>
            <ac:spMk id="2" creationId="{1242E65C-ACAB-BA77-5A68-F539C71AE861}"/>
          </ac:spMkLst>
        </pc:spChg>
      </pc:sldChg>
      <pc:sldChg chg="addSp modSp mod">
        <pc:chgData name="Pedro Lucas de Oliveira" userId="decf2ebc-4f1b-4875-9cd3-eb66623e709f" providerId="ADAL" clId="{D4888E3A-4B92-457B-A42D-5FC11DBDCBA1}" dt="2026-08-03T10:07:00.709" v="63" actId="167"/>
        <pc:sldMkLst>
          <pc:docMk/>
          <pc:sldMk cId="2851914526" sldId="259"/>
        </pc:sldMkLst>
        <pc:spChg chg="add mod ord">
          <ac:chgData name="Pedro Lucas de Oliveira" userId="decf2ebc-4f1b-4875-9cd3-eb66623e709f" providerId="ADAL" clId="{D4888E3A-4B92-457B-A42D-5FC11DBDCBA1}" dt="2026-08-03T10:07:00.709" v="63" actId="167"/>
          <ac:spMkLst>
            <pc:docMk/>
            <pc:sldMk cId="2851914526" sldId="259"/>
            <ac:spMk id="2" creationId="{C3C47737-73D5-9728-85D2-30A3B7A3AFEC}"/>
          </ac:spMkLst>
        </pc:spChg>
        <pc:spChg chg="mod">
          <ac:chgData name="Pedro Lucas de Oliveira" userId="decf2ebc-4f1b-4875-9cd3-eb66623e709f" providerId="ADAL" clId="{D4888E3A-4B92-457B-A42D-5FC11DBDCBA1}" dt="2026-08-03T10:06:29.610" v="58" actId="14100"/>
          <ac:spMkLst>
            <pc:docMk/>
            <pc:sldMk cId="2851914526" sldId="259"/>
            <ac:spMk id="18" creationId="{DEA8EA78-4944-BD2B-1C2D-88C0C8B4F26B}"/>
          </ac:spMkLst>
        </pc:spChg>
        <pc:spChg chg="mod">
          <ac:chgData name="Pedro Lucas de Oliveira" userId="decf2ebc-4f1b-4875-9cd3-eb66623e709f" providerId="ADAL" clId="{D4888E3A-4B92-457B-A42D-5FC11DBDCBA1}" dt="2026-08-03T10:06:34.322" v="60" actId="14100"/>
          <ac:spMkLst>
            <pc:docMk/>
            <pc:sldMk cId="2851914526" sldId="259"/>
            <ac:spMk id="37" creationId="{37A0E2AC-E042-D774-C28B-2467AD578F04}"/>
          </ac:spMkLst>
        </pc:spChg>
        <pc:spChg chg="mod">
          <ac:chgData name="Pedro Lucas de Oliveira" userId="decf2ebc-4f1b-4875-9cd3-eb66623e709f" providerId="ADAL" clId="{D4888E3A-4B92-457B-A42D-5FC11DBDCBA1}" dt="2026-08-03T10:06:34.322" v="60" actId="14100"/>
          <ac:spMkLst>
            <pc:docMk/>
            <pc:sldMk cId="2851914526" sldId="259"/>
            <ac:spMk id="45" creationId="{08C3BDF5-0B20-A341-6C94-F24F5C0349B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2981" y="1683804"/>
            <a:ext cx="13577888" cy="3581953"/>
          </a:xfrm>
        </p:spPr>
        <p:txBody>
          <a:bodyPr anchor="b"/>
          <a:lstStyle>
            <a:lvl1pPr algn="ctr">
              <a:defRPr sz="890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2981" y="5403891"/>
            <a:ext cx="13577888" cy="2484026"/>
          </a:xfrm>
        </p:spPr>
        <p:txBody>
          <a:bodyPr/>
          <a:lstStyle>
            <a:lvl1pPr marL="0" indent="0" algn="ctr">
              <a:buNone/>
              <a:defRPr sz="3564"/>
            </a:lvl1pPr>
            <a:lvl2pPr marL="678896" indent="0" algn="ctr">
              <a:buNone/>
              <a:defRPr sz="2970"/>
            </a:lvl2pPr>
            <a:lvl3pPr marL="1357793" indent="0" algn="ctr">
              <a:buNone/>
              <a:defRPr sz="2673"/>
            </a:lvl3pPr>
            <a:lvl4pPr marL="2036689" indent="0" algn="ctr">
              <a:buNone/>
              <a:defRPr sz="2376"/>
            </a:lvl4pPr>
            <a:lvl5pPr marL="2715585" indent="0" algn="ctr">
              <a:buNone/>
              <a:defRPr sz="2376"/>
            </a:lvl5pPr>
            <a:lvl6pPr marL="3394481" indent="0" algn="ctr">
              <a:buNone/>
              <a:defRPr sz="2376"/>
            </a:lvl6pPr>
            <a:lvl7pPr marL="4073378" indent="0" algn="ctr">
              <a:buNone/>
              <a:defRPr sz="2376"/>
            </a:lvl7pPr>
            <a:lvl8pPr marL="4752274" indent="0" algn="ctr">
              <a:buNone/>
              <a:defRPr sz="2376"/>
            </a:lvl8pPr>
            <a:lvl9pPr marL="5431170" indent="0" algn="ctr">
              <a:buNone/>
              <a:defRPr sz="2376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5E29-0138-401D-91DA-BF5820314BC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297F6-00F6-44F3-BB71-4EA1B1AD9F9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173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5E29-0138-401D-91DA-BF5820314BC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297F6-00F6-44F3-BB71-4EA1B1AD9F9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5658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210" y="2565004"/>
            <a:ext cx="15614571" cy="4279766"/>
          </a:xfrm>
        </p:spPr>
        <p:txBody>
          <a:bodyPr anchor="b"/>
          <a:lstStyle>
            <a:lvl1pPr>
              <a:defRPr sz="890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210" y="6885258"/>
            <a:ext cx="15614571" cy="2250628"/>
          </a:xfrm>
        </p:spPr>
        <p:txBody>
          <a:bodyPr/>
          <a:lstStyle>
            <a:lvl1pPr marL="0" indent="0">
              <a:buNone/>
              <a:defRPr sz="3564">
                <a:solidFill>
                  <a:schemeClr val="tx1">
                    <a:tint val="82000"/>
                  </a:schemeClr>
                </a:solidFill>
              </a:defRPr>
            </a:lvl1pPr>
            <a:lvl2pPr marL="678896" indent="0">
              <a:buNone/>
              <a:defRPr sz="2970">
                <a:solidFill>
                  <a:schemeClr val="tx1">
                    <a:tint val="82000"/>
                  </a:schemeClr>
                </a:solidFill>
              </a:defRPr>
            </a:lvl2pPr>
            <a:lvl3pPr marL="1357793" indent="0">
              <a:buNone/>
              <a:defRPr sz="2673">
                <a:solidFill>
                  <a:schemeClr val="tx1">
                    <a:tint val="82000"/>
                  </a:schemeClr>
                </a:solidFill>
              </a:defRPr>
            </a:lvl3pPr>
            <a:lvl4pPr marL="2036689" indent="0">
              <a:buNone/>
              <a:defRPr sz="2376">
                <a:solidFill>
                  <a:schemeClr val="tx1">
                    <a:tint val="82000"/>
                  </a:schemeClr>
                </a:solidFill>
              </a:defRPr>
            </a:lvl4pPr>
            <a:lvl5pPr marL="2715585" indent="0">
              <a:buNone/>
              <a:defRPr sz="2376">
                <a:solidFill>
                  <a:schemeClr val="tx1">
                    <a:tint val="82000"/>
                  </a:schemeClr>
                </a:solidFill>
              </a:defRPr>
            </a:lvl5pPr>
            <a:lvl6pPr marL="3394481" indent="0">
              <a:buNone/>
              <a:defRPr sz="2376">
                <a:solidFill>
                  <a:schemeClr val="tx1">
                    <a:tint val="82000"/>
                  </a:schemeClr>
                </a:solidFill>
              </a:defRPr>
            </a:lvl6pPr>
            <a:lvl7pPr marL="4073378" indent="0">
              <a:buNone/>
              <a:defRPr sz="2376">
                <a:solidFill>
                  <a:schemeClr val="tx1">
                    <a:tint val="82000"/>
                  </a:schemeClr>
                </a:solidFill>
              </a:defRPr>
            </a:lvl7pPr>
            <a:lvl8pPr marL="4752274" indent="0">
              <a:buNone/>
              <a:defRPr sz="2376">
                <a:solidFill>
                  <a:schemeClr val="tx1">
                    <a:tint val="82000"/>
                  </a:schemeClr>
                </a:solidFill>
              </a:defRPr>
            </a:lvl8pPr>
            <a:lvl9pPr marL="5431170" indent="0">
              <a:buNone/>
              <a:defRPr sz="237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5E29-0138-401D-91DA-BF5820314BC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297F6-00F6-44F3-BB71-4EA1B1AD9F9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6350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44640" y="2738860"/>
            <a:ext cx="7694136" cy="652801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65074" y="2738860"/>
            <a:ext cx="7694136" cy="652801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5E29-0138-401D-91DA-BF5820314BC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297F6-00F6-44F3-BB71-4EA1B1AD9F9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7233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6998" y="547773"/>
            <a:ext cx="15614571" cy="198865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6999" y="2522134"/>
            <a:ext cx="7658776" cy="1236059"/>
          </a:xfrm>
        </p:spPr>
        <p:txBody>
          <a:bodyPr anchor="b"/>
          <a:lstStyle>
            <a:lvl1pPr marL="0" indent="0">
              <a:buNone/>
              <a:defRPr sz="3564" b="1"/>
            </a:lvl1pPr>
            <a:lvl2pPr marL="678896" indent="0">
              <a:buNone/>
              <a:defRPr sz="2970" b="1"/>
            </a:lvl2pPr>
            <a:lvl3pPr marL="1357793" indent="0">
              <a:buNone/>
              <a:defRPr sz="2673" b="1"/>
            </a:lvl3pPr>
            <a:lvl4pPr marL="2036689" indent="0">
              <a:buNone/>
              <a:defRPr sz="2376" b="1"/>
            </a:lvl4pPr>
            <a:lvl5pPr marL="2715585" indent="0">
              <a:buNone/>
              <a:defRPr sz="2376" b="1"/>
            </a:lvl5pPr>
            <a:lvl6pPr marL="3394481" indent="0">
              <a:buNone/>
              <a:defRPr sz="2376" b="1"/>
            </a:lvl6pPr>
            <a:lvl7pPr marL="4073378" indent="0">
              <a:buNone/>
              <a:defRPr sz="2376" b="1"/>
            </a:lvl7pPr>
            <a:lvl8pPr marL="4752274" indent="0">
              <a:buNone/>
              <a:defRPr sz="2376" b="1"/>
            </a:lvl8pPr>
            <a:lvl9pPr marL="5431170" indent="0">
              <a:buNone/>
              <a:defRPr sz="2376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46999" y="3758193"/>
            <a:ext cx="7658776" cy="552773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65074" y="2522134"/>
            <a:ext cx="7696494" cy="1236059"/>
          </a:xfrm>
        </p:spPr>
        <p:txBody>
          <a:bodyPr anchor="b"/>
          <a:lstStyle>
            <a:lvl1pPr marL="0" indent="0">
              <a:buNone/>
              <a:defRPr sz="3564" b="1"/>
            </a:lvl1pPr>
            <a:lvl2pPr marL="678896" indent="0">
              <a:buNone/>
              <a:defRPr sz="2970" b="1"/>
            </a:lvl2pPr>
            <a:lvl3pPr marL="1357793" indent="0">
              <a:buNone/>
              <a:defRPr sz="2673" b="1"/>
            </a:lvl3pPr>
            <a:lvl4pPr marL="2036689" indent="0">
              <a:buNone/>
              <a:defRPr sz="2376" b="1"/>
            </a:lvl4pPr>
            <a:lvl5pPr marL="2715585" indent="0">
              <a:buNone/>
              <a:defRPr sz="2376" b="1"/>
            </a:lvl5pPr>
            <a:lvl6pPr marL="3394481" indent="0">
              <a:buNone/>
              <a:defRPr sz="2376" b="1"/>
            </a:lvl6pPr>
            <a:lvl7pPr marL="4073378" indent="0">
              <a:buNone/>
              <a:defRPr sz="2376" b="1"/>
            </a:lvl7pPr>
            <a:lvl8pPr marL="4752274" indent="0">
              <a:buNone/>
              <a:defRPr sz="2376" b="1"/>
            </a:lvl8pPr>
            <a:lvl9pPr marL="5431170" indent="0">
              <a:buNone/>
              <a:defRPr sz="2376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65074" y="3758193"/>
            <a:ext cx="7696494" cy="552773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5E29-0138-401D-91DA-BF5820314BC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297F6-00F6-44F3-BB71-4EA1B1AD9F9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9611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5E29-0138-401D-91DA-BF5820314BC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297F6-00F6-44F3-BB71-4EA1B1AD9F9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69077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5E29-0138-401D-91DA-BF5820314BC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297F6-00F6-44F3-BB71-4EA1B1AD9F9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9586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6999" y="685906"/>
            <a:ext cx="5838962" cy="2400671"/>
          </a:xfrm>
        </p:spPr>
        <p:txBody>
          <a:bodyPr anchor="b"/>
          <a:lstStyle>
            <a:lvl1pPr>
              <a:defRPr sz="4752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96494" y="1481367"/>
            <a:ext cx="9165074" cy="7311566"/>
          </a:xfrm>
        </p:spPr>
        <p:txBody>
          <a:bodyPr/>
          <a:lstStyle>
            <a:lvl1pPr>
              <a:defRPr sz="4752"/>
            </a:lvl1pPr>
            <a:lvl2pPr>
              <a:defRPr sz="4158"/>
            </a:lvl2pPr>
            <a:lvl3pPr>
              <a:defRPr sz="3564"/>
            </a:lvl3pPr>
            <a:lvl4pPr>
              <a:defRPr sz="2970"/>
            </a:lvl4pPr>
            <a:lvl5pPr>
              <a:defRPr sz="2970"/>
            </a:lvl5pPr>
            <a:lvl6pPr>
              <a:defRPr sz="2970"/>
            </a:lvl6pPr>
            <a:lvl7pPr>
              <a:defRPr sz="2970"/>
            </a:lvl7pPr>
            <a:lvl8pPr>
              <a:defRPr sz="2970"/>
            </a:lvl8pPr>
            <a:lvl9pPr>
              <a:defRPr sz="297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46999" y="3086576"/>
            <a:ext cx="5838962" cy="5718265"/>
          </a:xfrm>
        </p:spPr>
        <p:txBody>
          <a:bodyPr/>
          <a:lstStyle>
            <a:lvl1pPr marL="0" indent="0">
              <a:buNone/>
              <a:defRPr sz="2376"/>
            </a:lvl1pPr>
            <a:lvl2pPr marL="678896" indent="0">
              <a:buNone/>
              <a:defRPr sz="2079"/>
            </a:lvl2pPr>
            <a:lvl3pPr marL="1357793" indent="0">
              <a:buNone/>
              <a:defRPr sz="1782"/>
            </a:lvl3pPr>
            <a:lvl4pPr marL="2036689" indent="0">
              <a:buNone/>
              <a:defRPr sz="1485"/>
            </a:lvl4pPr>
            <a:lvl5pPr marL="2715585" indent="0">
              <a:buNone/>
              <a:defRPr sz="1485"/>
            </a:lvl5pPr>
            <a:lvl6pPr marL="3394481" indent="0">
              <a:buNone/>
              <a:defRPr sz="1485"/>
            </a:lvl6pPr>
            <a:lvl7pPr marL="4073378" indent="0">
              <a:buNone/>
              <a:defRPr sz="1485"/>
            </a:lvl7pPr>
            <a:lvl8pPr marL="4752274" indent="0">
              <a:buNone/>
              <a:defRPr sz="1485"/>
            </a:lvl8pPr>
            <a:lvl9pPr marL="5431170" indent="0">
              <a:buNone/>
              <a:defRPr sz="1485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5E29-0138-401D-91DA-BF5820314BC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297F6-00F6-44F3-BB71-4EA1B1AD9F9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5446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6999" y="685906"/>
            <a:ext cx="5838962" cy="2400671"/>
          </a:xfrm>
        </p:spPr>
        <p:txBody>
          <a:bodyPr anchor="b"/>
          <a:lstStyle>
            <a:lvl1pPr>
              <a:defRPr sz="4752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96494" y="1481367"/>
            <a:ext cx="9165074" cy="7311566"/>
          </a:xfrm>
        </p:spPr>
        <p:txBody>
          <a:bodyPr anchor="t"/>
          <a:lstStyle>
            <a:lvl1pPr marL="0" indent="0">
              <a:buNone/>
              <a:defRPr sz="4752"/>
            </a:lvl1pPr>
            <a:lvl2pPr marL="678896" indent="0">
              <a:buNone/>
              <a:defRPr sz="4158"/>
            </a:lvl2pPr>
            <a:lvl3pPr marL="1357793" indent="0">
              <a:buNone/>
              <a:defRPr sz="3564"/>
            </a:lvl3pPr>
            <a:lvl4pPr marL="2036689" indent="0">
              <a:buNone/>
              <a:defRPr sz="2970"/>
            </a:lvl4pPr>
            <a:lvl5pPr marL="2715585" indent="0">
              <a:buNone/>
              <a:defRPr sz="2970"/>
            </a:lvl5pPr>
            <a:lvl6pPr marL="3394481" indent="0">
              <a:buNone/>
              <a:defRPr sz="2970"/>
            </a:lvl6pPr>
            <a:lvl7pPr marL="4073378" indent="0">
              <a:buNone/>
              <a:defRPr sz="2970"/>
            </a:lvl7pPr>
            <a:lvl8pPr marL="4752274" indent="0">
              <a:buNone/>
              <a:defRPr sz="2970"/>
            </a:lvl8pPr>
            <a:lvl9pPr marL="5431170" indent="0">
              <a:buNone/>
              <a:defRPr sz="297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46999" y="3086576"/>
            <a:ext cx="5838962" cy="5718265"/>
          </a:xfrm>
        </p:spPr>
        <p:txBody>
          <a:bodyPr/>
          <a:lstStyle>
            <a:lvl1pPr marL="0" indent="0">
              <a:buNone/>
              <a:defRPr sz="2376"/>
            </a:lvl1pPr>
            <a:lvl2pPr marL="678896" indent="0">
              <a:buNone/>
              <a:defRPr sz="2079"/>
            </a:lvl2pPr>
            <a:lvl3pPr marL="1357793" indent="0">
              <a:buNone/>
              <a:defRPr sz="1782"/>
            </a:lvl3pPr>
            <a:lvl4pPr marL="2036689" indent="0">
              <a:buNone/>
              <a:defRPr sz="1485"/>
            </a:lvl4pPr>
            <a:lvl5pPr marL="2715585" indent="0">
              <a:buNone/>
              <a:defRPr sz="1485"/>
            </a:lvl5pPr>
            <a:lvl6pPr marL="3394481" indent="0">
              <a:buNone/>
              <a:defRPr sz="1485"/>
            </a:lvl6pPr>
            <a:lvl7pPr marL="4073378" indent="0">
              <a:buNone/>
              <a:defRPr sz="1485"/>
            </a:lvl7pPr>
            <a:lvl8pPr marL="4752274" indent="0">
              <a:buNone/>
              <a:defRPr sz="1485"/>
            </a:lvl8pPr>
            <a:lvl9pPr marL="5431170" indent="0">
              <a:buNone/>
              <a:defRPr sz="1485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5E29-0138-401D-91DA-BF5820314BC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297F6-00F6-44F3-BB71-4EA1B1AD9F9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832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5E29-0138-401D-91DA-BF5820314BC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297F6-00F6-44F3-BB71-4EA1B1AD9F9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6435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955567" y="547772"/>
            <a:ext cx="3903643" cy="8719103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44640" y="547772"/>
            <a:ext cx="11484630" cy="8719103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5E29-0138-401D-91DA-BF5820314BC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297F6-00F6-44F3-BB71-4EA1B1AD9F9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2509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44640" y="547773"/>
            <a:ext cx="15614571" cy="1988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4640" y="2738860"/>
            <a:ext cx="15614571" cy="65280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44640" y="9535998"/>
            <a:ext cx="4073366" cy="5477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BD5E29-0138-401D-91DA-BF5820314BC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96901" y="9535998"/>
            <a:ext cx="6110049" cy="5477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85844" y="9535998"/>
            <a:ext cx="4073366" cy="5477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297F6-00F6-44F3-BB71-4EA1B1AD9F9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1306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57793" rtl="0" eaLnBrk="1" latinLnBrk="0" hangingPunct="1">
        <a:lnSpc>
          <a:spcPct val="90000"/>
        </a:lnSpc>
        <a:spcBef>
          <a:spcPct val="0"/>
        </a:spcBef>
        <a:buNone/>
        <a:defRPr sz="653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9448" indent="-339448" algn="l" defTabSz="1357793" rtl="0" eaLnBrk="1" latinLnBrk="0" hangingPunct="1">
        <a:lnSpc>
          <a:spcPct val="90000"/>
        </a:lnSpc>
        <a:spcBef>
          <a:spcPts val="1485"/>
        </a:spcBef>
        <a:buFont typeface="Arial" panose="020B0604020202020204" pitchFamily="34" charset="0"/>
        <a:buChar char="•"/>
        <a:defRPr sz="4158" kern="1200">
          <a:solidFill>
            <a:schemeClr val="tx1"/>
          </a:solidFill>
          <a:latin typeface="+mn-lt"/>
          <a:ea typeface="+mn-ea"/>
          <a:cs typeface="+mn-cs"/>
        </a:defRPr>
      </a:lvl1pPr>
      <a:lvl2pPr marL="1018344" indent="-339448" algn="l" defTabSz="1357793" rtl="0" eaLnBrk="1" latinLnBrk="0" hangingPunct="1">
        <a:lnSpc>
          <a:spcPct val="90000"/>
        </a:lnSpc>
        <a:spcBef>
          <a:spcPts val="742"/>
        </a:spcBef>
        <a:buFont typeface="Arial" panose="020B0604020202020204" pitchFamily="34" charset="0"/>
        <a:buChar char="•"/>
        <a:defRPr sz="3564" kern="1200">
          <a:solidFill>
            <a:schemeClr val="tx1"/>
          </a:solidFill>
          <a:latin typeface="+mn-lt"/>
          <a:ea typeface="+mn-ea"/>
          <a:cs typeface="+mn-cs"/>
        </a:defRPr>
      </a:lvl2pPr>
      <a:lvl3pPr marL="1697241" indent="-339448" algn="l" defTabSz="1357793" rtl="0" eaLnBrk="1" latinLnBrk="0" hangingPunct="1">
        <a:lnSpc>
          <a:spcPct val="90000"/>
        </a:lnSpc>
        <a:spcBef>
          <a:spcPts val="742"/>
        </a:spcBef>
        <a:buFont typeface="Arial" panose="020B0604020202020204" pitchFamily="34" charset="0"/>
        <a:buChar char="•"/>
        <a:defRPr sz="2970" kern="1200">
          <a:solidFill>
            <a:schemeClr val="tx1"/>
          </a:solidFill>
          <a:latin typeface="+mn-lt"/>
          <a:ea typeface="+mn-ea"/>
          <a:cs typeface="+mn-cs"/>
        </a:defRPr>
      </a:lvl3pPr>
      <a:lvl4pPr marL="2376137" indent="-339448" algn="l" defTabSz="1357793" rtl="0" eaLnBrk="1" latinLnBrk="0" hangingPunct="1">
        <a:lnSpc>
          <a:spcPct val="90000"/>
        </a:lnSpc>
        <a:spcBef>
          <a:spcPts val="742"/>
        </a:spcBef>
        <a:buFont typeface="Arial" panose="020B0604020202020204" pitchFamily="34" charset="0"/>
        <a:buChar char="•"/>
        <a:defRPr sz="2673" kern="1200">
          <a:solidFill>
            <a:schemeClr val="tx1"/>
          </a:solidFill>
          <a:latin typeface="+mn-lt"/>
          <a:ea typeface="+mn-ea"/>
          <a:cs typeface="+mn-cs"/>
        </a:defRPr>
      </a:lvl4pPr>
      <a:lvl5pPr marL="3055033" indent="-339448" algn="l" defTabSz="1357793" rtl="0" eaLnBrk="1" latinLnBrk="0" hangingPunct="1">
        <a:lnSpc>
          <a:spcPct val="90000"/>
        </a:lnSpc>
        <a:spcBef>
          <a:spcPts val="742"/>
        </a:spcBef>
        <a:buFont typeface="Arial" panose="020B0604020202020204" pitchFamily="34" charset="0"/>
        <a:buChar char="•"/>
        <a:defRPr sz="2673" kern="1200">
          <a:solidFill>
            <a:schemeClr val="tx1"/>
          </a:solidFill>
          <a:latin typeface="+mn-lt"/>
          <a:ea typeface="+mn-ea"/>
          <a:cs typeface="+mn-cs"/>
        </a:defRPr>
      </a:lvl5pPr>
      <a:lvl6pPr marL="3733930" indent="-339448" algn="l" defTabSz="1357793" rtl="0" eaLnBrk="1" latinLnBrk="0" hangingPunct="1">
        <a:lnSpc>
          <a:spcPct val="90000"/>
        </a:lnSpc>
        <a:spcBef>
          <a:spcPts val="742"/>
        </a:spcBef>
        <a:buFont typeface="Arial" panose="020B0604020202020204" pitchFamily="34" charset="0"/>
        <a:buChar char="•"/>
        <a:defRPr sz="2673" kern="1200">
          <a:solidFill>
            <a:schemeClr val="tx1"/>
          </a:solidFill>
          <a:latin typeface="+mn-lt"/>
          <a:ea typeface="+mn-ea"/>
          <a:cs typeface="+mn-cs"/>
        </a:defRPr>
      </a:lvl6pPr>
      <a:lvl7pPr marL="4412826" indent="-339448" algn="l" defTabSz="1357793" rtl="0" eaLnBrk="1" latinLnBrk="0" hangingPunct="1">
        <a:lnSpc>
          <a:spcPct val="90000"/>
        </a:lnSpc>
        <a:spcBef>
          <a:spcPts val="742"/>
        </a:spcBef>
        <a:buFont typeface="Arial" panose="020B0604020202020204" pitchFamily="34" charset="0"/>
        <a:buChar char="•"/>
        <a:defRPr sz="2673" kern="1200">
          <a:solidFill>
            <a:schemeClr val="tx1"/>
          </a:solidFill>
          <a:latin typeface="+mn-lt"/>
          <a:ea typeface="+mn-ea"/>
          <a:cs typeface="+mn-cs"/>
        </a:defRPr>
      </a:lvl7pPr>
      <a:lvl8pPr marL="5091722" indent="-339448" algn="l" defTabSz="1357793" rtl="0" eaLnBrk="1" latinLnBrk="0" hangingPunct="1">
        <a:lnSpc>
          <a:spcPct val="90000"/>
        </a:lnSpc>
        <a:spcBef>
          <a:spcPts val="742"/>
        </a:spcBef>
        <a:buFont typeface="Arial" panose="020B0604020202020204" pitchFamily="34" charset="0"/>
        <a:buChar char="•"/>
        <a:defRPr sz="2673" kern="1200">
          <a:solidFill>
            <a:schemeClr val="tx1"/>
          </a:solidFill>
          <a:latin typeface="+mn-lt"/>
          <a:ea typeface="+mn-ea"/>
          <a:cs typeface="+mn-cs"/>
        </a:defRPr>
      </a:lvl8pPr>
      <a:lvl9pPr marL="5770618" indent="-339448" algn="l" defTabSz="1357793" rtl="0" eaLnBrk="1" latinLnBrk="0" hangingPunct="1">
        <a:lnSpc>
          <a:spcPct val="90000"/>
        </a:lnSpc>
        <a:spcBef>
          <a:spcPts val="742"/>
        </a:spcBef>
        <a:buFont typeface="Arial" panose="020B0604020202020204" pitchFamily="34" charset="0"/>
        <a:buChar char="•"/>
        <a:defRPr sz="267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7793" rtl="0" eaLnBrk="1" latinLnBrk="0" hangingPunct="1">
        <a:defRPr sz="2673" kern="1200">
          <a:solidFill>
            <a:schemeClr val="tx1"/>
          </a:solidFill>
          <a:latin typeface="+mn-lt"/>
          <a:ea typeface="+mn-ea"/>
          <a:cs typeface="+mn-cs"/>
        </a:defRPr>
      </a:lvl1pPr>
      <a:lvl2pPr marL="678896" algn="l" defTabSz="1357793" rtl="0" eaLnBrk="1" latinLnBrk="0" hangingPunct="1">
        <a:defRPr sz="2673" kern="1200">
          <a:solidFill>
            <a:schemeClr val="tx1"/>
          </a:solidFill>
          <a:latin typeface="+mn-lt"/>
          <a:ea typeface="+mn-ea"/>
          <a:cs typeface="+mn-cs"/>
        </a:defRPr>
      </a:lvl2pPr>
      <a:lvl3pPr marL="1357793" algn="l" defTabSz="1357793" rtl="0" eaLnBrk="1" latinLnBrk="0" hangingPunct="1">
        <a:defRPr sz="2673" kern="1200">
          <a:solidFill>
            <a:schemeClr val="tx1"/>
          </a:solidFill>
          <a:latin typeface="+mn-lt"/>
          <a:ea typeface="+mn-ea"/>
          <a:cs typeface="+mn-cs"/>
        </a:defRPr>
      </a:lvl3pPr>
      <a:lvl4pPr marL="2036689" algn="l" defTabSz="1357793" rtl="0" eaLnBrk="1" latinLnBrk="0" hangingPunct="1">
        <a:defRPr sz="2673" kern="1200">
          <a:solidFill>
            <a:schemeClr val="tx1"/>
          </a:solidFill>
          <a:latin typeface="+mn-lt"/>
          <a:ea typeface="+mn-ea"/>
          <a:cs typeface="+mn-cs"/>
        </a:defRPr>
      </a:lvl4pPr>
      <a:lvl5pPr marL="2715585" algn="l" defTabSz="1357793" rtl="0" eaLnBrk="1" latinLnBrk="0" hangingPunct="1">
        <a:defRPr sz="2673" kern="1200">
          <a:solidFill>
            <a:schemeClr val="tx1"/>
          </a:solidFill>
          <a:latin typeface="+mn-lt"/>
          <a:ea typeface="+mn-ea"/>
          <a:cs typeface="+mn-cs"/>
        </a:defRPr>
      </a:lvl5pPr>
      <a:lvl6pPr marL="3394481" algn="l" defTabSz="1357793" rtl="0" eaLnBrk="1" latinLnBrk="0" hangingPunct="1">
        <a:defRPr sz="2673" kern="1200">
          <a:solidFill>
            <a:schemeClr val="tx1"/>
          </a:solidFill>
          <a:latin typeface="+mn-lt"/>
          <a:ea typeface="+mn-ea"/>
          <a:cs typeface="+mn-cs"/>
        </a:defRPr>
      </a:lvl6pPr>
      <a:lvl7pPr marL="4073378" algn="l" defTabSz="1357793" rtl="0" eaLnBrk="1" latinLnBrk="0" hangingPunct="1">
        <a:defRPr sz="2673" kern="1200">
          <a:solidFill>
            <a:schemeClr val="tx1"/>
          </a:solidFill>
          <a:latin typeface="+mn-lt"/>
          <a:ea typeface="+mn-ea"/>
          <a:cs typeface="+mn-cs"/>
        </a:defRPr>
      </a:lvl7pPr>
      <a:lvl8pPr marL="4752274" algn="l" defTabSz="1357793" rtl="0" eaLnBrk="1" latinLnBrk="0" hangingPunct="1">
        <a:defRPr sz="2673" kern="1200">
          <a:solidFill>
            <a:schemeClr val="tx1"/>
          </a:solidFill>
          <a:latin typeface="+mn-lt"/>
          <a:ea typeface="+mn-ea"/>
          <a:cs typeface="+mn-cs"/>
        </a:defRPr>
      </a:lvl8pPr>
      <a:lvl9pPr marL="5431170" algn="l" defTabSz="1357793" rtl="0" eaLnBrk="1" latinLnBrk="0" hangingPunct="1">
        <a:defRPr sz="267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2AEEE017-526C-DC74-6826-D332EA654FB5}"/>
              </a:ext>
            </a:extLst>
          </p:cNvPr>
          <p:cNvSpPr/>
          <p:nvPr/>
        </p:nvSpPr>
        <p:spPr>
          <a:xfrm>
            <a:off x="5213123" y="-155486"/>
            <a:ext cx="8875410" cy="1245141"/>
          </a:xfrm>
          <a:prstGeom prst="roundRect">
            <a:avLst>
              <a:gd name="adj" fmla="val 29904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 </a:t>
            </a:r>
          </a:p>
        </p:txBody>
      </p:sp>
      <p:sp>
        <p:nvSpPr>
          <p:cNvPr id="75" name="Forma Livre: Forma 74">
            <a:extLst>
              <a:ext uri="{FF2B5EF4-FFF2-40B4-BE49-F238E27FC236}">
                <a16:creationId xmlns:a16="http://schemas.microsoft.com/office/drawing/2014/main" id="{304DDFD2-6990-FADA-3D21-ABC3E159D0A5}"/>
              </a:ext>
            </a:extLst>
          </p:cNvPr>
          <p:cNvSpPr/>
          <p:nvPr/>
        </p:nvSpPr>
        <p:spPr>
          <a:xfrm>
            <a:off x="-1688907" y="-1204875"/>
            <a:ext cx="20745591" cy="12235730"/>
          </a:xfrm>
          <a:custGeom>
            <a:avLst/>
            <a:gdLst>
              <a:gd name="csX0" fmla="*/ 7433614 w 20745591"/>
              <a:gd name="csY0" fmla="*/ 0 h 12235730"/>
              <a:gd name="csX1" fmla="*/ 20005643 w 20745591"/>
              <a:gd name="csY1" fmla="*/ 0 h 12235730"/>
              <a:gd name="csX2" fmla="*/ 20445607 w 20745591"/>
              <a:gd name="csY2" fmla="*/ 439963 h 12235730"/>
              <a:gd name="csX3" fmla="*/ 20445607 w 20745591"/>
              <a:gd name="csY3" fmla="*/ 1014678 h 12235730"/>
              <a:gd name="csX4" fmla="*/ 20476139 w 20745591"/>
              <a:gd name="csY4" fmla="*/ 1017757 h 12235730"/>
              <a:gd name="csX5" fmla="*/ 20734203 w 20745591"/>
              <a:gd name="csY5" fmla="*/ 1240166 h 12235730"/>
              <a:gd name="csX6" fmla="*/ 20745591 w 20745591"/>
              <a:gd name="csY6" fmla="*/ 1304700 h 12235730"/>
              <a:gd name="csX7" fmla="*/ 7763393 w 20745591"/>
              <a:gd name="csY7" fmla="*/ 1304700 h 12235730"/>
              <a:gd name="csX8" fmla="*/ 7561295 w 20745591"/>
              <a:gd name="csY8" fmla="*/ 1506798 h 12235730"/>
              <a:gd name="csX9" fmla="*/ 7561295 w 20745591"/>
              <a:gd name="csY9" fmla="*/ 1952773 h 12235730"/>
              <a:gd name="csX10" fmla="*/ 7554839 w 20745591"/>
              <a:gd name="csY10" fmla="*/ 2016809 h 12235730"/>
              <a:gd name="csX11" fmla="*/ 7212163 w 20745591"/>
              <a:gd name="csY11" fmla="*/ 2296098 h 12235730"/>
              <a:gd name="csX12" fmla="*/ 7112004 w 20745591"/>
              <a:gd name="csY12" fmla="*/ 2296098 h 12235730"/>
              <a:gd name="csX13" fmla="*/ 2747714 w 20745591"/>
              <a:gd name="csY13" fmla="*/ 2296098 h 12235730"/>
              <a:gd name="csX14" fmla="*/ 2747715 w 20745591"/>
              <a:gd name="csY14" fmla="*/ 2296099 h 12235730"/>
              <a:gd name="csX15" fmla="*/ 2198812 w 20745591"/>
              <a:gd name="csY15" fmla="*/ 2296099 h 12235730"/>
              <a:gd name="csX16" fmla="*/ 1756234 w 20745591"/>
              <a:gd name="csY16" fmla="*/ 2738677 h 12235730"/>
              <a:gd name="csX17" fmla="*/ 1756234 w 20745591"/>
              <a:gd name="csY17" fmla="*/ 11909268 h 12235730"/>
              <a:gd name="csX18" fmla="*/ 1885862 w 20745591"/>
              <a:gd name="csY18" fmla="*/ 12222218 h 12235730"/>
              <a:gd name="csX19" fmla="*/ 1902239 w 20745591"/>
              <a:gd name="csY19" fmla="*/ 12235730 h 12235730"/>
              <a:gd name="csX20" fmla="*/ 750402 w 20745591"/>
              <a:gd name="csY20" fmla="*/ 12235730 h 12235730"/>
              <a:gd name="csX21" fmla="*/ 0 w 20745591"/>
              <a:gd name="csY21" fmla="*/ 11485328 h 12235730"/>
              <a:gd name="csX22" fmla="*/ 0 w 20745591"/>
              <a:gd name="csY22" fmla="*/ 2395311 h 12235730"/>
              <a:gd name="csX23" fmla="*/ 15246 w 20745591"/>
              <a:gd name="csY23" fmla="*/ 2244079 h 12235730"/>
              <a:gd name="csX24" fmla="*/ 51615 w 20745591"/>
              <a:gd name="csY24" fmla="*/ 2126917 h 12235730"/>
              <a:gd name="csX25" fmla="*/ 27488 w 20745591"/>
              <a:gd name="csY25" fmla="*/ 2082467 h 12235730"/>
              <a:gd name="csX26" fmla="*/ 0 w 20745591"/>
              <a:gd name="csY26" fmla="*/ 1946315 h 12235730"/>
              <a:gd name="csX27" fmla="*/ 0 w 20745591"/>
              <a:gd name="csY27" fmla="*/ 1360433 h 12235730"/>
              <a:gd name="csX28" fmla="*/ 349783 w 20745591"/>
              <a:gd name="csY28" fmla="*/ 1010650 h 12235730"/>
              <a:gd name="csX29" fmla="*/ 349784 w 20745591"/>
              <a:gd name="csY29" fmla="*/ 1010650 h 12235730"/>
              <a:gd name="csX30" fmla="*/ 6993649 w 20745591"/>
              <a:gd name="csY30" fmla="*/ 1010650 h 12235730"/>
              <a:gd name="csX31" fmla="*/ 6993649 w 20745591"/>
              <a:gd name="csY31" fmla="*/ 439963 h 12235730"/>
              <a:gd name="csX32" fmla="*/ 7433614 w 20745591"/>
              <a:gd name="csY32" fmla="*/ 0 h 122357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20745591" h="12235730">
                <a:moveTo>
                  <a:pt x="7433614" y="0"/>
                </a:moveTo>
                <a:lnTo>
                  <a:pt x="20005643" y="0"/>
                </a:lnTo>
                <a:cubicBezTo>
                  <a:pt x="20248627" y="0"/>
                  <a:pt x="20445607" y="196978"/>
                  <a:pt x="20445607" y="439963"/>
                </a:cubicBezTo>
                <a:lnTo>
                  <a:pt x="20445607" y="1014678"/>
                </a:lnTo>
                <a:lnTo>
                  <a:pt x="20476139" y="1017757"/>
                </a:lnTo>
                <a:cubicBezTo>
                  <a:pt x="20595683" y="1042218"/>
                  <a:pt x="20693011" y="1127663"/>
                  <a:pt x="20734203" y="1240166"/>
                </a:cubicBezTo>
                <a:lnTo>
                  <a:pt x="20745591" y="1304700"/>
                </a:lnTo>
                <a:lnTo>
                  <a:pt x="7763393" y="1304700"/>
                </a:lnTo>
                <a:cubicBezTo>
                  <a:pt x="7651776" y="1304700"/>
                  <a:pt x="7561295" y="1395182"/>
                  <a:pt x="7561295" y="1506798"/>
                </a:cubicBezTo>
                <a:lnTo>
                  <a:pt x="7561295" y="1952773"/>
                </a:lnTo>
                <a:lnTo>
                  <a:pt x="7554839" y="2016809"/>
                </a:lnTo>
                <a:cubicBezTo>
                  <a:pt x="7522224" y="2176199"/>
                  <a:pt x="7381196" y="2296098"/>
                  <a:pt x="7212163" y="2296098"/>
                </a:cubicBezTo>
                <a:lnTo>
                  <a:pt x="7112004" y="2296098"/>
                </a:lnTo>
                <a:lnTo>
                  <a:pt x="2747714" y="2296098"/>
                </a:lnTo>
                <a:lnTo>
                  <a:pt x="2747715" y="2296099"/>
                </a:lnTo>
                <a:lnTo>
                  <a:pt x="2198812" y="2296099"/>
                </a:lnTo>
                <a:cubicBezTo>
                  <a:pt x="1954383" y="2296099"/>
                  <a:pt x="1756234" y="2494248"/>
                  <a:pt x="1756234" y="2738677"/>
                </a:cubicBezTo>
                <a:lnTo>
                  <a:pt x="1756234" y="11909268"/>
                </a:lnTo>
                <a:cubicBezTo>
                  <a:pt x="1756234" y="12031483"/>
                  <a:pt x="1805772" y="12142127"/>
                  <a:pt x="1885862" y="12222218"/>
                </a:cubicBezTo>
                <a:lnTo>
                  <a:pt x="1902239" y="12235730"/>
                </a:lnTo>
                <a:lnTo>
                  <a:pt x="750402" y="12235730"/>
                </a:lnTo>
                <a:cubicBezTo>
                  <a:pt x="335966" y="12235730"/>
                  <a:pt x="0" y="11899764"/>
                  <a:pt x="0" y="11485328"/>
                </a:cubicBezTo>
                <a:lnTo>
                  <a:pt x="0" y="2395311"/>
                </a:lnTo>
                <a:cubicBezTo>
                  <a:pt x="0" y="2343507"/>
                  <a:pt x="5250" y="2292928"/>
                  <a:pt x="15246" y="2244079"/>
                </a:cubicBezTo>
                <a:lnTo>
                  <a:pt x="51615" y="2126917"/>
                </a:lnTo>
                <a:lnTo>
                  <a:pt x="27488" y="2082467"/>
                </a:lnTo>
                <a:cubicBezTo>
                  <a:pt x="9789" y="2040619"/>
                  <a:pt x="0" y="1994610"/>
                  <a:pt x="0" y="1946315"/>
                </a:cubicBezTo>
                <a:lnTo>
                  <a:pt x="0" y="1360433"/>
                </a:lnTo>
                <a:cubicBezTo>
                  <a:pt x="0" y="1167253"/>
                  <a:pt x="156603" y="1010650"/>
                  <a:pt x="349783" y="1010650"/>
                </a:cubicBezTo>
                <a:lnTo>
                  <a:pt x="349784" y="1010650"/>
                </a:lnTo>
                <a:lnTo>
                  <a:pt x="6993649" y="1010650"/>
                </a:lnTo>
                <a:lnTo>
                  <a:pt x="6993649" y="439963"/>
                </a:lnTo>
                <a:cubicBezTo>
                  <a:pt x="6993649" y="196978"/>
                  <a:pt x="7190628" y="0"/>
                  <a:pt x="7433614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 dirty="0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E3F63FFE-1804-D7BF-8EC8-0403B865DADA}"/>
              </a:ext>
            </a:extLst>
          </p:cNvPr>
          <p:cNvSpPr/>
          <p:nvPr/>
        </p:nvSpPr>
        <p:spPr>
          <a:xfrm>
            <a:off x="72570" y="72570"/>
            <a:ext cx="4889500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pt-BR" sz="4400" b="1" cap="none" spc="50" dirty="0">
                <a:ln w="0"/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Resumo Executivo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934607F-D5B4-3290-9B50-1141193DD2F9}"/>
              </a:ext>
            </a:extLst>
          </p:cNvPr>
          <p:cNvSpPr/>
          <p:nvPr/>
        </p:nvSpPr>
        <p:spPr>
          <a:xfrm>
            <a:off x="4556761" y="1315453"/>
            <a:ext cx="9127156" cy="5069305"/>
          </a:xfrm>
          <a:prstGeom prst="roundRect">
            <a:avLst>
              <a:gd name="adj" fmla="val 4686"/>
            </a:avLst>
          </a:prstGeom>
          <a:solidFill>
            <a:schemeClr val="bg1"/>
          </a:solidFill>
          <a:ln>
            <a:noFill/>
          </a:ln>
          <a:effectLst>
            <a:outerShdw blurRad="63500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2CA3F7F5-F460-9129-6D87-29DF621CDE3A}"/>
              </a:ext>
            </a:extLst>
          </p:cNvPr>
          <p:cNvSpPr/>
          <p:nvPr/>
        </p:nvSpPr>
        <p:spPr>
          <a:xfrm>
            <a:off x="350619" y="6638074"/>
            <a:ext cx="17536327" cy="3397950"/>
          </a:xfrm>
          <a:prstGeom prst="roundRect">
            <a:avLst>
              <a:gd name="adj" fmla="val 4686"/>
            </a:avLst>
          </a:prstGeom>
          <a:solidFill>
            <a:schemeClr val="bg1"/>
          </a:solidFill>
          <a:ln>
            <a:noFill/>
          </a:ln>
          <a:effectLst>
            <a:outerShdw blurRad="63500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08C377F6-D462-CFFD-6274-58C207846B69}"/>
              </a:ext>
            </a:extLst>
          </p:cNvPr>
          <p:cNvSpPr/>
          <p:nvPr/>
        </p:nvSpPr>
        <p:spPr>
          <a:xfrm>
            <a:off x="13924546" y="1315453"/>
            <a:ext cx="3962399" cy="5069305"/>
          </a:xfrm>
          <a:prstGeom prst="roundRect">
            <a:avLst>
              <a:gd name="adj" fmla="val 4686"/>
            </a:avLst>
          </a:prstGeom>
          <a:solidFill>
            <a:schemeClr val="bg1"/>
          </a:solidFill>
          <a:ln>
            <a:noFill/>
          </a:ln>
          <a:effectLst>
            <a:outerShdw blurRad="63500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CC8C5592-C679-34B3-42DE-C85D047BE0B4}"/>
              </a:ext>
            </a:extLst>
          </p:cNvPr>
          <p:cNvSpPr/>
          <p:nvPr/>
        </p:nvSpPr>
        <p:spPr>
          <a:xfrm>
            <a:off x="350619" y="1329212"/>
            <a:ext cx="3962399" cy="5069305"/>
          </a:xfrm>
          <a:prstGeom prst="roundRect">
            <a:avLst>
              <a:gd name="adj" fmla="val 4686"/>
            </a:avLst>
          </a:prstGeom>
          <a:solidFill>
            <a:schemeClr val="bg1"/>
          </a:solidFill>
          <a:ln>
            <a:noFill/>
          </a:ln>
          <a:effectLst>
            <a:outerShdw blurRad="63500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5172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45847-10AC-881C-E281-65BB90C06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9B5B2356-5C4E-3E92-7500-11E01D85C8FC}"/>
              </a:ext>
            </a:extLst>
          </p:cNvPr>
          <p:cNvSpPr/>
          <p:nvPr/>
        </p:nvSpPr>
        <p:spPr>
          <a:xfrm>
            <a:off x="5213123" y="-155486"/>
            <a:ext cx="8875410" cy="1245141"/>
          </a:xfrm>
          <a:prstGeom prst="roundRect">
            <a:avLst>
              <a:gd name="adj" fmla="val 29904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 </a:t>
            </a:r>
          </a:p>
        </p:txBody>
      </p:sp>
      <p:sp>
        <p:nvSpPr>
          <p:cNvPr id="75" name="Forma Livre: Forma 74">
            <a:extLst>
              <a:ext uri="{FF2B5EF4-FFF2-40B4-BE49-F238E27FC236}">
                <a16:creationId xmlns:a16="http://schemas.microsoft.com/office/drawing/2014/main" id="{292C0DCC-6C67-D103-618D-603AA8238AF5}"/>
              </a:ext>
            </a:extLst>
          </p:cNvPr>
          <p:cNvSpPr/>
          <p:nvPr/>
        </p:nvSpPr>
        <p:spPr>
          <a:xfrm>
            <a:off x="-1717767" y="-1204875"/>
            <a:ext cx="20745591" cy="12235730"/>
          </a:xfrm>
          <a:custGeom>
            <a:avLst/>
            <a:gdLst>
              <a:gd name="csX0" fmla="*/ 7433614 w 20745591"/>
              <a:gd name="csY0" fmla="*/ 0 h 12235730"/>
              <a:gd name="csX1" fmla="*/ 20005643 w 20745591"/>
              <a:gd name="csY1" fmla="*/ 0 h 12235730"/>
              <a:gd name="csX2" fmla="*/ 20445607 w 20745591"/>
              <a:gd name="csY2" fmla="*/ 439963 h 12235730"/>
              <a:gd name="csX3" fmla="*/ 20445607 w 20745591"/>
              <a:gd name="csY3" fmla="*/ 1014678 h 12235730"/>
              <a:gd name="csX4" fmla="*/ 20476139 w 20745591"/>
              <a:gd name="csY4" fmla="*/ 1017757 h 12235730"/>
              <a:gd name="csX5" fmla="*/ 20734203 w 20745591"/>
              <a:gd name="csY5" fmla="*/ 1240166 h 12235730"/>
              <a:gd name="csX6" fmla="*/ 20745591 w 20745591"/>
              <a:gd name="csY6" fmla="*/ 1304700 h 12235730"/>
              <a:gd name="csX7" fmla="*/ 7763393 w 20745591"/>
              <a:gd name="csY7" fmla="*/ 1304700 h 12235730"/>
              <a:gd name="csX8" fmla="*/ 7561295 w 20745591"/>
              <a:gd name="csY8" fmla="*/ 1506798 h 12235730"/>
              <a:gd name="csX9" fmla="*/ 7561295 w 20745591"/>
              <a:gd name="csY9" fmla="*/ 1952773 h 12235730"/>
              <a:gd name="csX10" fmla="*/ 7554839 w 20745591"/>
              <a:gd name="csY10" fmla="*/ 2016809 h 12235730"/>
              <a:gd name="csX11" fmla="*/ 7212163 w 20745591"/>
              <a:gd name="csY11" fmla="*/ 2296098 h 12235730"/>
              <a:gd name="csX12" fmla="*/ 7112004 w 20745591"/>
              <a:gd name="csY12" fmla="*/ 2296098 h 12235730"/>
              <a:gd name="csX13" fmla="*/ 2747714 w 20745591"/>
              <a:gd name="csY13" fmla="*/ 2296098 h 12235730"/>
              <a:gd name="csX14" fmla="*/ 2747715 w 20745591"/>
              <a:gd name="csY14" fmla="*/ 2296099 h 12235730"/>
              <a:gd name="csX15" fmla="*/ 2198812 w 20745591"/>
              <a:gd name="csY15" fmla="*/ 2296099 h 12235730"/>
              <a:gd name="csX16" fmla="*/ 1756234 w 20745591"/>
              <a:gd name="csY16" fmla="*/ 2738677 h 12235730"/>
              <a:gd name="csX17" fmla="*/ 1756234 w 20745591"/>
              <a:gd name="csY17" fmla="*/ 11909268 h 12235730"/>
              <a:gd name="csX18" fmla="*/ 1885862 w 20745591"/>
              <a:gd name="csY18" fmla="*/ 12222218 h 12235730"/>
              <a:gd name="csX19" fmla="*/ 1902239 w 20745591"/>
              <a:gd name="csY19" fmla="*/ 12235730 h 12235730"/>
              <a:gd name="csX20" fmla="*/ 750402 w 20745591"/>
              <a:gd name="csY20" fmla="*/ 12235730 h 12235730"/>
              <a:gd name="csX21" fmla="*/ 0 w 20745591"/>
              <a:gd name="csY21" fmla="*/ 11485328 h 12235730"/>
              <a:gd name="csX22" fmla="*/ 0 w 20745591"/>
              <a:gd name="csY22" fmla="*/ 2395311 h 12235730"/>
              <a:gd name="csX23" fmla="*/ 15246 w 20745591"/>
              <a:gd name="csY23" fmla="*/ 2244079 h 12235730"/>
              <a:gd name="csX24" fmla="*/ 51615 w 20745591"/>
              <a:gd name="csY24" fmla="*/ 2126917 h 12235730"/>
              <a:gd name="csX25" fmla="*/ 27488 w 20745591"/>
              <a:gd name="csY25" fmla="*/ 2082467 h 12235730"/>
              <a:gd name="csX26" fmla="*/ 0 w 20745591"/>
              <a:gd name="csY26" fmla="*/ 1946315 h 12235730"/>
              <a:gd name="csX27" fmla="*/ 0 w 20745591"/>
              <a:gd name="csY27" fmla="*/ 1360433 h 12235730"/>
              <a:gd name="csX28" fmla="*/ 349783 w 20745591"/>
              <a:gd name="csY28" fmla="*/ 1010650 h 12235730"/>
              <a:gd name="csX29" fmla="*/ 349784 w 20745591"/>
              <a:gd name="csY29" fmla="*/ 1010650 h 12235730"/>
              <a:gd name="csX30" fmla="*/ 6993649 w 20745591"/>
              <a:gd name="csY30" fmla="*/ 1010650 h 12235730"/>
              <a:gd name="csX31" fmla="*/ 6993649 w 20745591"/>
              <a:gd name="csY31" fmla="*/ 439963 h 12235730"/>
              <a:gd name="csX32" fmla="*/ 7433614 w 20745591"/>
              <a:gd name="csY32" fmla="*/ 0 h 122357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20745591" h="12235730">
                <a:moveTo>
                  <a:pt x="7433614" y="0"/>
                </a:moveTo>
                <a:lnTo>
                  <a:pt x="20005643" y="0"/>
                </a:lnTo>
                <a:cubicBezTo>
                  <a:pt x="20248627" y="0"/>
                  <a:pt x="20445607" y="196978"/>
                  <a:pt x="20445607" y="439963"/>
                </a:cubicBezTo>
                <a:lnTo>
                  <a:pt x="20445607" y="1014678"/>
                </a:lnTo>
                <a:lnTo>
                  <a:pt x="20476139" y="1017757"/>
                </a:lnTo>
                <a:cubicBezTo>
                  <a:pt x="20595683" y="1042218"/>
                  <a:pt x="20693011" y="1127663"/>
                  <a:pt x="20734203" y="1240166"/>
                </a:cubicBezTo>
                <a:lnTo>
                  <a:pt x="20745591" y="1304700"/>
                </a:lnTo>
                <a:lnTo>
                  <a:pt x="7763393" y="1304700"/>
                </a:lnTo>
                <a:cubicBezTo>
                  <a:pt x="7651776" y="1304700"/>
                  <a:pt x="7561295" y="1395182"/>
                  <a:pt x="7561295" y="1506798"/>
                </a:cubicBezTo>
                <a:lnTo>
                  <a:pt x="7561295" y="1952773"/>
                </a:lnTo>
                <a:lnTo>
                  <a:pt x="7554839" y="2016809"/>
                </a:lnTo>
                <a:cubicBezTo>
                  <a:pt x="7522224" y="2176199"/>
                  <a:pt x="7381196" y="2296098"/>
                  <a:pt x="7212163" y="2296098"/>
                </a:cubicBezTo>
                <a:lnTo>
                  <a:pt x="7112004" y="2296098"/>
                </a:lnTo>
                <a:lnTo>
                  <a:pt x="2747714" y="2296098"/>
                </a:lnTo>
                <a:lnTo>
                  <a:pt x="2747715" y="2296099"/>
                </a:lnTo>
                <a:lnTo>
                  <a:pt x="2198812" y="2296099"/>
                </a:lnTo>
                <a:cubicBezTo>
                  <a:pt x="1954383" y="2296099"/>
                  <a:pt x="1756234" y="2494248"/>
                  <a:pt x="1756234" y="2738677"/>
                </a:cubicBezTo>
                <a:lnTo>
                  <a:pt x="1756234" y="11909268"/>
                </a:lnTo>
                <a:cubicBezTo>
                  <a:pt x="1756234" y="12031483"/>
                  <a:pt x="1805772" y="12142127"/>
                  <a:pt x="1885862" y="12222218"/>
                </a:cubicBezTo>
                <a:lnTo>
                  <a:pt x="1902239" y="12235730"/>
                </a:lnTo>
                <a:lnTo>
                  <a:pt x="750402" y="12235730"/>
                </a:lnTo>
                <a:cubicBezTo>
                  <a:pt x="335966" y="12235730"/>
                  <a:pt x="0" y="11899764"/>
                  <a:pt x="0" y="11485328"/>
                </a:cubicBezTo>
                <a:lnTo>
                  <a:pt x="0" y="2395311"/>
                </a:lnTo>
                <a:cubicBezTo>
                  <a:pt x="0" y="2343507"/>
                  <a:pt x="5250" y="2292928"/>
                  <a:pt x="15246" y="2244079"/>
                </a:cubicBezTo>
                <a:lnTo>
                  <a:pt x="51615" y="2126917"/>
                </a:lnTo>
                <a:lnTo>
                  <a:pt x="27488" y="2082467"/>
                </a:lnTo>
                <a:cubicBezTo>
                  <a:pt x="9789" y="2040619"/>
                  <a:pt x="0" y="1994610"/>
                  <a:pt x="0" y="1946315"/>
                </a:cubicBezTo>
                <a:lnTo>
                  <a:pt x="0" y="1360433"/>
                </a:lnTo>
                <a:cubicBezTo>
                  <a:pt x="0" y="1167253"/>
                  <a:pt x="156603" y="1010650"/>
                  <a:pt x="349783" y="1010650"/>
                </a:cubicBezTo>
                <a:lnTo>
                  <a:pt x="349784" y="1010650"/>
                </a:lnTo>
                <a:lnTo>
                  <a:pt x="6993649" y="1010650"/>
                </a:lnTo>
                <a:lnTo>
                  <a:pt x="6993649" y="439963"/>
                </a:lnTo>
                <a:cubicBezTo>
                  <a:pt x="6993649" y="196978"/>
                  <a:pt x="7190628" y="0"/>
                  <a:pt x="7433614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 dirty="0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4C2BC9B8-1640-8C90-7F2C-F3A59AD59C8E}"/>
              </a:ext>
            </a:extLst>
          </p:cNvPr>
          <p:cNvSpPr/>
          <p:nvPr/>
        </p:nvSpPr>
        <p:spPr>
          <a:xfrm>
            <a:off x="95250" y="95250"/>
            <a:ext cx="4889500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pt-BR" sz="4400" b="1" spc="50" dirty="0">
                <a:ln w="0"/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Análise de Frete</a:t>
            </a:r>
            <a:endParaRPr lang="pt-BR" sz="4400" b="1" cap="none" spc="50" dirty="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24459ABD-C48C-759D-0B9F-E1559E8F0BFA}"/>
              </a:ext>
            </a:extLst>
          </p:cNvPr>
          <p:cNvSpPr/>
          <p:nvPr/>
        </p:nvSpPr>
        <p:spPr>
          <a:xfrm>
            <a:off x="373301" y="2545080"/>
            <a:ext cx="5091491" cy="3117784"/>
          </a:xfrm>
          <a:prstGeom prst="roundRect">
            <a:avLst>
              <a:gd name="adj" fmla="val 4686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FECBC65-9B7E-A95D-6F91-F5464A247F36}"/>
              </a:ext>
            </a:extLst>
          </p:cNvPr>
          <p:cNvSpPr/>
          <p:nvPr/>
        </p:nvSpPr>
        <p:spPr>
          <a:xfrm>
            <a:off x="373301" y="5957384"/>
            <a:ext cx="8532000" cy="4044870"/>
          </a:xfrm>
          <a:prstGeom prst="roundRect">
            <a:avLst>
              <a:gd name="adj" fmla="val 4686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1360037F-4043-BB21-DEC9-8CEA8F85066D}"/>
              </a:ext>
            </a:extLst>
          </p:cNvPr>
          <p:cNvSpPr/>
          <p:nvPr/>
        </p:nvSpPr>
        <p:spPr>
          <a:xfrm>
            <a:off x="5770859" y="1617994"/>
            <a:ext cx="4611449" cy="4044870"/>
          </a:xfrm>
          <a:prstGeom prst="roundRect">
            <a:avLst>
              <a:gd name="adj" fmla="val 4686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87B6D34D-C954-7704-D1A2-96EC93B75A03}"/>
              </a:ext>
            </a:extLst>
          </p:cNvPr>
          <p:cNvSpPr/>
          <p:nvPr/>
        </p:nvSpPr>
        <p:spPr>
          <a:xfrm>
            <a:off x="10688375" y="1617994"/>
            <a:ext cx="3396594" cy="4044870"/>
          </a:xfrm>
          <a:prstGeom prst="roundRect">
            <a:avLst>
              <a:gd name="adj" fmla="val 4686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4FA2D67F-F0FD-AE63-9F85-2284E38CDE42}"/>
              </a:ext>
            </a:extLst>
          </p:cNvPr>
          <p:cNvSpPr/>
          <p:nvPr/>
        </p:nvSpPr>
        <p:spPr>
          <a:xfrm>
            <a:off x="14391036" y="1617994"/>
            <a:ext cx="3396594" cy="4044870"/>
          </a:xfrm>
          <a:prstGeom prst="roundRect">
            <a:avLst>
              <a:gd name="adj" fmla="val 4686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263120D6-D566-68E6-5C94-FEB8D8F9915E}"/>
              </a:ext>
            </a:extLst>
          </p:cNvPr>
          <p:cNvSpPr/>
          <p:nvPr/>
        </p:nvSpPr>
        <p:spPr>
          <a:xfrm>
            <a:off x="9255630" y="5957384"/>
            <a:ext cx="8532000" cy="4044870"/>
          </a:xfrm>
          <a:prstGeom prst="roundRect">
            <a:avLst>
              <a:gd name="adj" fmla="val 4686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1592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ED32E-A73C-4FD9-3A8C-762DC94A7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1242E65C-ACAB-BA77-5A68-F539C71AE861}"/>
              </a:ext>
            </a:extLst>
          </p:cNvPr>
          <p:cNvSpPr/>
          <p:nvPr/>
        </p:nvSpPr>
        <p:spPr>
          <a:xfrm>
            <a:off x="5213123" y="-155486"/>
            <a:ext cx="8875410" cy="1245141"/>
          </a:xfrm>
          <a:prstGeom prst="roundRect">
            <a:avLst>
              <a:gd name="adj" fmla="val 29904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 </a:t>
            </a:r>
          </a:p>
        </p:txBody>
      </p:sp>
      <p:sp>
        <p:nvSpPr>
          <p:cNvPr id="75" name="Forma Livre: Forma 74">
            <a:extLst>
              <a:ext uri="{FF2B5EF4-FFF2-40B4-BE49-F238E27FC236}">
                <a16:creationId xmlns:a16="http://schemas.microsoft.com/office/drawing/2014/main" id="{E4573D8A-BC6C-5F60-5899-79EFD74AF655}"/>
              </a:ext>
            </a:extLst>
          </p:cNvPr>
          <p:cNvSpPr/>
          <p:nvPr/>
        </p:nvSpPr>
        <p:spPr>
          <a:xfrm>
            <a:off x="-1611087" y="-1204875"/>
            <a:ext cx="20745591" cy="12235730"/>
          </a:xfrm>
          <a:custGeom>
            <a:avLst/>
            <a:gdLst>
              <a:gd name="csX0" fmla="*/ 7433614 w 20745591"/>
              <a:gd name="csY0" fmla="*/ 0 h 12235730"/>
              <a:gd name="csX1" fmla="*/ 20005643 w 20745591"/>
              <a:gd name="csY1" fmla="*/ 0 h 12235730"/>
              <a:gd name="csX2" fmla="*/ 20445607 w 20745591"/>
              <a:gd name="csY2" fmla="*/ 439963 h 12235730"/>
              <a:gd name="csX3" fmla="*/ 20445607 w 20745591"/>
              <a:gd name="csY3" fmla="*/ 1014678 h 12235730"/>
              <a:gd name="csX4" fmla="*/ 20476139 w 20745591"/>
              <a:gd name="csY4" fmla="*/ 1017757 h 12235730"/>
              <a:gd name="csX5" fmla="*/ 20734203 w 20745591"/>
              <a:gd name="csY5" fmla="*/ 1240166 h 12235730"/>
              <a:gd name="csX6" fmla="*/ 20745591 w 20745591"/>
              <a:gd name="csY6" fmla="*/ 1304700 h 12235730"/>
              <a:gd name="csX7" fmla="*/ 7763393 w 20745591"/>
              <a:gd name="csY7" fmla="*/ 1304700 h 12235730"/>
              <a:gd name="csX8" fmla="*/ 7561295 w 20745591"/>
              <a:gd name="csY8" fmla="*/ 1506798 h 12235730"/>
              <a:gd name="csX9" fmla="*/ 7561295 w 20745591"/>
              <a:gd name="csY9" fmla="*/ 1952773 h 12235730"/>
              <a:gd name="csX10" fmla="*/ 7554839 w 20745591"/>
              <a:gd name="csY10" fmla="*/ 2016809 h 12235730"/>
              <a:gd name="csX11" fmla="*/ 7212163 w 20745591"/>
              <a:gd name="csY11" fmla="*/ 2296098 h 12235730"/>
              <a:gd name="csX12" fmla="*/ 7112004 w 20745591"/>
              <a:gd name="csY12" fmla="*/ 2296098 h 12235730"/>
              <a:gd name="csX13" fmla="*/ 2747714 w 20745591"/>
              <a:gd name="csY13" fmla="*/ 2296098 h 12235730"/>
              <a:gd name="csX14" fmla="*/ 2747715 w 20745591"/>
              <a:gd name="csY14" fmla="*/ 2296099 h 12235730"/>
              <a:gd name="csX15" fmla="*/ 2198812 w 20745591"/>
              <a:gd name="csY15" fmla="*/ 2296099 h 12235730"/>
              <a:gd name="csX16" fmla="*/ 1756234 w 20745591"/>
              <a:gd name="csY16" fmla="*/ 2738677 h 12235730"/>
              <a:gd name="csX17" fmla="*/ 1756234 w 20745591"/>
              <a:gd name="csY17" fmla="*/ 11909268 h 12235730"/>
              <a:gd name="csX18" fmla="*/ 1885862 w 20745591"/>
              <a:gd name="csY18" fmla="*/ 12222218 h 12235730"/>
              <a:gd name="csX19" fmla="*/ 1902239 w 20745591"/>
              <a:gd name="csY19" fmla="*/ 12235730 h 12235730"/>
              <a:gd name="csX20" fmla="*/ 750402 w 20745591"/>
              <a:gd name="csY20" fmla="*/ 12235730 h 12235730"/>
              <a:gd name="csX21" fmla="*/ 0 w 20745591"/>
              <a:gd name="csY21" fmla="*/ 11485328 h 12235730"/>
              <a:gd name="csX22" fmla="*/ 0 w 20745591"/>
              <a:gd name="csY22" fmla="*/ 2395311 h 12235730"/>
              <a:gd name="csX23" fmla="*/ 15246 w 20745591"/>
              <a:gd name="csY23" fmla="*/ 2244079 h 12235730"/>
              <a:gd name="csX24" fmla="*/ 51615 w 20745591"/>
              <a:gd name="csY24" fmla="*/ 2126917 h 12235730"/>
              <a:gd name="csX25" fmla="*/ 27488 w 20745591"/>
              <a:gd name="csY25" fmla="*/ 2082467 h 12235730"/>
              <a:gd name="csX26" fmla="*/ 0 w 20745591"/>
              <a:gd name="csY26" fmla="*/ 1946315 h 12235730"/>
              <a:gd name="csX27" fmla="*/ 0 w 20745591"/>
              <a:gd name="csY27" fmla="*/ 1360433 h 12235730"/>
              <a:gd name="csX28" fmla="*/ 349783 w 20745591"/>
              <a:gd name="csY28" fmla="*/ 1010650 h 12235730"/>
              <a:gd name="csX29" fmla="*/ 349784 w 20745591"/>
              <a:gd name="csY29" fmla="*/ 1010650 h 12235730"/>
              <a:gd name="csX30" fmla="*/ 6993649 w 20745591"/>
              <a:gd name="csY30" fmla="*/ 1010650 h 12235730"/>
              <a:gd name="csX31" fmla="*/ 6993649 w 20745591"/>
              <a:gd name="csY31" fmla="*/ 439963 h 12235730"/>
              <a:gd name="csX32" fmla="*/ 7433614 w 20745591"/>
              <a:gd name="csY32" fmla="*/ 0 h 122357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20745591" h="12235730">
                <a:moveTo>
                  <a:pt x="7433614" y="0"/>
                </a:moveTo>
                <a:lnTo>
                  <a:pt x="20005643" y="0"/>
                </a:lnTo>
                <a:cubicBezTo>
                  <a:pt x="20248627" y="0"/>
                  <a:pt x="20445607" y="196978"/>
                  <a:pt x="20445607" y="439963"/>
                </a:cubicBezTo>
                <a:lnTo>
                  <a:pt x="20445607" y="1014678"/>
                </a:lnTo>
                <a:lnTo>
                  <a:pt x="20476139" y="1017757"/>
                </a:lnTo>
                <a:cubicBezTo>
                  <a:pt x="20595683" y="1042218"/>
                  <a:pt x="20693011" y="1127663"/>
                  <a:pt x="20734203" y="1240166"/>
                </a:cubicBezTo>
                <a:lnTo>
                  <a:pt x="20745591" y="1304700"/>
                </a:lnTo>
                <a:lnTo>
                  <a:pt x="7763393" y="1304700"/>
                </a:lnTo>
                <a:cubicBezTo>
                  <a:pt x="7651776" y="1304700"/>
                  <a:pt x="7561295" y="1395182"/>
                  <a:pt x="7561295" y="1506798"/>
                </a:cubicBezTo>
                <a:lnTo>
                  <a:pt x="7561295" y="1952773"/>
                </a:lnTo>
                <a:lnTo>
                  <a:pt x="7554839" y="2016809"/>
                </a:lnTo>
                <a:cubicBezTo>
                  <a:pt x="7522224" y="2176199"/>
                  <a:pt x="7381196" y="2296098"/>
                  <a:pt x="7212163" y="2296098"/>
                </a:cubicBezTo>
                <a:lnTo>
                  <a:pt x="7112004" y="2296098"/>
                </a:lnTo>
                <a:lnTo>
                  <a:pt x="2747714" y="2296098"/>
                </a:lnTo>
                <a:lnTo>
                  <a:pt x="2747715" y="2296099"/>
                </a:lnTo>
                <a:lnTo>
                  <a:pt x="2198812" y="2296099"/>
                </a:lnTo>
                <a:cubicBezTo>
                  <a:pt x="1954383" y="2296099"/>
                  <a:pt x="1756234" y="2494248"/>
                  <a:pt x="1756234" y="2738677"/>
                </a:cubicBezTo>
                <a:lnTo>
                  <a:pt x="1756234" y="11909268"/>
                </a:lnTo>
                <a:cubicBezTo>
                  <a:pt x="1756234" y="12031483"/>
                  <a:pt x="1805772" y="12142127"/>
                  <a:pt x="1885862" y="12222218"/>
                </a:cubicBezTo>
                <a:lnTo>
                  <a:pt x="1902239" y="12235730"/>
                </a:lnTo>
                <a:lnTo>
                  <a:pt x="750402" y="12235730"/>
                </a:lnTo>
                <a:cubicBezTo>
                  <a:pt x="335966" y="12235730"/>
                  <a:pt x="0" y="11899764"/>
                  <a:pt x="0" y="11485328"/>
                </a:cubicBezTo>
                <a:lnTo>
                  <a:pt x="0" y="2395311"/>
                </a:lnTo>
                <a:cubicBezTo>
                  <a:pt x="0" y="2343507"/>
                  <a:pt x="5250" y="2292928"/>
                  <a:pt x="15246" y="2244079"/>
                </a:cubicBezTo>
                <a:lnTo>
                  <a:pt x="51615" y="2126917"/>
                </a:lnTo>
                <a:lnTo>
                  <a:pt x="27488" y="2082467"/>
                </a:lnTo>
                <a:cubicBezTo>
                  <a:pt x="9789" y="2040619"/>
                  <a:pt x="0" y="1994610"/>
                  <a:pt x="0" y="1946315"/>
                </a:cubicBezTo>
                <a:lnTo>
                  <a:pt x="0" y="1360433"/>
                </a:lnTo>
                <a:cubicBezTo>
                  <a:pt x="0" y="1167253"/>
                  <a:pt x="156603" y="1010650"/>
                  <a:pt x="349783" y="1010650"/>
                </a:cubicBezTo>
                <a:lnTo>
                  <a:pt x="349784" y="1010650"/>
                </a:lnTo>
                <a:lnTo>
                  <a:pt x="6993649" y="1010650"/>
                </a:lnTo>
                <a:lnTo>
                  <a:pt x="6993649" y="439963"/>
                </a:lnTo>
                <a:cubicBezTo>
                  <a:pt x="6993649" y="196978"/>
                  <a:pt x="7190628" y="0"/>
                  <a:pt x="7433614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 dirty="0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6E9FE4AE-EF0D-3845-D162-FCC64130EB5A}"/>
              </a:ext>
            </a:extLst>
          </p:cNvPr>
          <p:cNvSpPr/>
          <p:nvPr/>
        </p:nvSpPr>
        <p:spPr>
          <a:xfrm>
            <a:off x="0" y="95250"/>
            <a:ext cx="5994400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pt-BR" sz="4400" b="1" spc="50" dirty="0">
                <a:ln w="0"/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Composição de Custos</a:t>
            </a:r>
            <a:endParaRPr lang="pt-BR" sz="4400" b="1" cap="none" spc="50" dirty="0">
              <a:ln w="0"/>
              <a:solidFill>
                <a:schemeClr val="bg1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1E76BC6-A802-6B0E-0989-B6E4A153C435}"/>
              </a:ext>
            </a:extLst>
          </p:cNvPr>
          <p:cNvSpPr/>
          <p:nvPr/>
        </p:nvSpPr>
        <p:spPr>
          <a:xfrm>
            <a:off x="373301" y="2730674"/>
            <a:ext cx="5776978" cy="7437612"/>
          </a:xfrm>
          <a:prstGeom prst="roundRect">
            <a:avLst>
              <a:gd name="adj" fmla="val 4686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6CD8C671-1A9B-89AF-B54A-01E24A5F6E69}"/>
              </a:ext>
            </a:extLst>
          </p:cNvPr>
          <p:cNvSpPr/>
          <p:nvPr/>
        </p:nvSpPr>
        <p:spPr>
          <a:xfrm>
            <a:off x="11552740" y="1189973"/>
            <a:ext cx="6378228" cy="4393787"/>
          </a:xfrm>
          <a:prstGeom prst="roundRect">
            <a:avLst>
              <a:gd name="adj" fmla="val 5770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3DF77D04-A0C9-AA8F-BD1B-84240460EFDA}"/>
              </a:ext>
            </a:extLst>
          </p:cNvPr>
          <p:cNvSpPr/>
          <p:nvPr/>
        </p:nvSpPr>
        <p:spPr>
          <a:xfrm>
            <a:off x="11552740" y="5774499"/>
            <a:ext cx="6378228" cy="4393787"/>
          </a:xfrm>
          <a:prstGeom prst="roundRect">
            <a:avLst>
              <a:gd name="adj" fmla="val 5770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Forma Livre: Forma 15">
            <a:extLst>
              <a:ext uri="{FF2B5EF4-FFF2-40B4-BE49-F238E27FC236}">
                <a16:creationId xmlns:a16="http://schemas.microsoft.com/office/drawing/2014/main" id="{BD8457FF-946D-DB0C-018E-EA9F733E28FA}"/>
              </a:ext>
            </a:extLst>
          </p:cNvPr>
          <p:cNvSpPr/>
          <p:nvPr/>
        </p:nvSpPr>
        <p:spPr>
          <a:xfrm>
            <a:off x="6365341" y="1732546"/>
            <a:ext cx="2360908" cy="1129807"/>
          </a:xfrm>
          <a:custGeom>
            <a:avLst/>
            <a:gdLst>
              <a:gd name="csX0" fmla="*/ 133353 w 2360908"/>
              <a:gd name="csY0" fmla="*/ 0 h 1095484"/>
              <a:gd name="csX1" fmla="*/ 2227555 w 2360908"/>
              <a:gd name="csY1" fmla="*/ 0 h 1095484"/>
              <a:gd name="csX2" fmla="*/ 2360908 w 2360908"/>
              <a:gd name="csY2" fmla="*/ 133353 h 1095484"/>
              <a:gd name="csX3" fmla="*/ 2360908 w 2360908"/>
              <a:gd name="csY3" fmla="*/ 962131 h 1095484"/>
              <a:gd name="csX4" fmla="*/ 2227555 w 2360908"/>
              <a:gd name="csY4" fmla="*/ 1095484 h 1095484"/>
              <a:gd name="csX5" fmla="*/ 133353 w 2360908"/>
              <a:gd name="csY5" fmla="*/ 1095484 h 1095484"/>
              <a:gd name="csX6" fmla="*/ 0 w 2360908"/>
              <a:gd name="csY6" fmla="*/ 962131 h 1095484"/>
              <a:gd name="csX7" fmla="*/ 0 w 2360908"/>
              <a:gd name="csY7" fmla="*/ 133353 h 1095484"/>
              <a:gd name="csX8" fmla="*/ 133353 w 2360908"/>
              <a:gd name="csY8" fmla="*/ 0 h 10954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360908" h="1095484">
                <a:moveTo>
                  <a:pt x="133353" y="0"/>
                </a:moveTo>
                <a:lnTo>
                  <a:pt x="2227555" y="0"/>
                </a:lnTo>
                <a:cubicBezTo>
                  <a:pt x="2301204" y="0"/>
                  <a:pt x="2360908" y="59704"/>
                  <a:pt x="2360908" y="133353"/>
                </a:cubicBezTo>
                <a:lnTo>
                  <a:pt x="2360908" y="962131"/>
                </a:lnTo>
                <a:cubicBezTo>
                  <a:pt x="2360908" y="1035780"/>
                  <a:pt x="2301204" y="1095484"/>
                  <a:pt x="2227555" y="1095484"/>
                </a:cubicBezTo>
                <a:lnTo>
                  <a:pt x="133353" y="1095484"/>
                </a:lnTo>
                <a:cubicBezTo>
                  <a:pt x="59704" y="1095484"/>
                  <a:pt x="0" y="1035780"/>
                  <a:pt x="0" y="962131"/>
                </a:cubicBezTo>
                <a:lnTo>
                  <a:pt x="0" y="133353"/>
                </a:lnTo>
                <a:cubicBezTo>
                  <a:pt x="0" y="59704"/>
                  <a:pt x="59704" y="0"/>
                  <a:pt x="1333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</a:gra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D2AC0351-FE53-F828-0169-15ED03262C53}"/>
              </a:ext>
            </a:extLst>
          </p:cNvPr>
          <p:cNvSpPr/>
          <p:nvPr/>
        </p:nvSpPr>
        <p:spPr>
          <a:xfrm>
            <a:off x="6323819" y="2329812"/>
            <a:ext cx="2437889" cy="7838473"/>
          </a:xfrm>
          <a:prstGeom prst="roundRect">
            <a:avLst>
              <a:gd name="adj" fmla="val 5770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Forma Livre: Forma 17">
            <a:extLst>
              <a:ext uri="{FF2B5EF4-FFF2-40B4-BE49-F238E27FC236}">
                <a16:creationId xmlns:a16="http://schemas.microsoft.com/office/drawing/2014/main" id="{DC41A676-D325-E833-A6EC-8117ECF5F043}"/>
              </a:ext>
            </a:extLst>
          </p:cNvPr>
          <p:cNvSpPr/>
          <p:nvPr/>
        </p:nvSpPr>
        <p:spPr>
          <a:xfrm>
            <a:off x="8976770" y="1732546"/>
            <a:ext cx="2360908" cy="1129807"/>
          </a:xfrm>
          <a:custGeom>
            <a:avLst/>
            <a:gdLst>
              <a:gd name="csX0" fmla="*/ 133353 w 2360908"/>
              <a:gd name="csY0" fmla="*/ 0 h 1095484"/>
              <a:gd name="csX1" fmla="*/ 2227555 w 2360908"/>
              <a:gd name="csY1" fmla="*/ 0 h 1095484"/>
              <a:gd name="csX2" fmla="*/ 2360908 w 2360908"/>
              <a:gd name="csY2" fmla="*/ 133353 h 1095484"/>
              <a:gd name="csX3" fmla="*/ 2360908 w 2360908"/>
              <a:gd name="csY3" fmla="*/ 962131 h 1095484"/>
              <a:gd name="csX4" fmla="*/ 2227555 w 2360908"/>
              <a:gd name="csY4" fmla="*/ 1095484 h 1095484"/>
              <a:gd name="csX5" fmla="*/ 133353 w 2360908"/>
              <a:gd name="csY5" fmla="*/ 1095484 h 1095484"/>
              <a:gd name="csX6" fmla="*/ 0 w 2360908"/>
              <a:gd name="csY6" fmla="*/ 962131 h 1095484"/>
              <a:gd name="csX7" fmla="*/ 0 w 2360908"/>
              <a:gd name="csY7" fmla="*/ 133353 h 1095484"/>
              <a:gd name="csX8" fmla="*/ 133353 w 2360908"/>
              <a:gd name="csY8" fmla="*/ 0 h 10954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360908" h="1095484">
                <a:moveTo>
                  <a:pt x="133353" y="0"/>
                </a:moveTo>
                <a:lnTo>
                  <a:pt x="2227555" y="0"/>
                </a:lnTo>
                <a:cubicBezTo>
                  <a:pt x="2301204" y="0"/>
                  <a:pt x="2360908" y="59704"/>
                  <a:pt x="2360908" y="133353"/>
                </a:cubicBezTo>
                <a:lnTo>
                  <a:pt x="2360908" y="962131"/>
                </a:lnTo>
                <a:cubicBezTo>
                  <a:pt x="2360908" y="1035780"/>
                  <a:pt x="2301204" y="1095484"/>
                  <a:pt x="2227555" y="1095484"/>
                </a:cubicBezTo>
                <a:lnTo>
                  <a:pt x="133353" y="1095484"/>
                </a:lnTo>
                <a:cubicBezTo>
                  <a:pt x="59704" y="1095484"/>
                  <a:pt x="0" y="1035780"/>
                  <a:pt x="0" y="962131"/>
                </a:cubicBezTo>
                <a:lnTo>
                  <a:pt x="0" y="133353"/>
                </a:lnTo>
                <a:cubicBezTo>
                  <a:pt x="0" y="59704"/>
                  <a:pt x="59704" y="0"/>
                  <a:pt x="133353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DFDA00"/>
              </a:gs>
            </a:gsLst>
          </a:gra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10112B6D-A183-12BE-22EE-2043C92C1D50}"/>
              </a:ext>
            </a:extLst>
          </p:cNvPr>
          <p:cNvSpPr/>
          <p:nvPr/>
        </p:nvSpPr>
        <p:spPr>
          <a:xfrm>
            <a:off x="8935248" y="2329812"/>
            <a:ext cx="2437889" cy="7838473"/>
          </a:xfrm>
          <a:prstGeom prst="roundRect">
            <a:avLst>
              <a:gd name="adj" fmla="val 5770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7239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5BB4B-C8DE-1F56-D7AE-7B2341C96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C3C47737-73D5-9728-85D2-30A3B7A3AFEC}"/>
              </a:ext>
            </a:extLst>
          </p:cNvPr>
          <p:cNvSpPr/>
          <p:nvPr/>
        </p:nvSpPr>
        <p:spPr>
          <a:xfrm>
            <a:off x="5213123" y="-155486"/>
            <a:ext cx="8875410" cy="1245141"/>
          </a:xfrm>
          <a:prstGeom prst="roundRect">
            <a:avLst>
              <a:gd name="adj" fmla="val 29904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 </a:t>
            </a:r>
          </a:p>
        </p:txBody>
      </p:sp>
      <p:sp>
        <p:nvSpPr>
          <p:cNvPr id="75" name="Forma Livre: Forma 74">
            <a:extLst>
              <a:ext uri="{FF2B5EF4-FFF2-40B4-BE49-F238E27FC236}">
                <a16:creationId xmlns:a16="http://schemas.microsoft.com/office/drawing/2014/main" id="{6FBA34B5-6300-27CA-4688-3A9DAFA28035}"/>
              </a:ext>
            </a:extLst>
          </p:cNvPr>
          <p:cNvSpPr/>
          <p:nvPr/>
        </p:nvSpPr>
        <p:spPr>
          <a:xfrm>
            <a:off x="-1611087" y="-1204875"/>
            <a:ext cx="20745591" cy="12235730"/>
          </a:xfrm>
          <a:custGeom>
            <a:avLst/>
            <a:gdLst>
              <a:gd name="csX0" fmla="*/ 7433614 w 20745591"/>
              <a:gd name="csY0" fmla="*/ 0 h 12235730"/>
              <a:gd name="csX1" fmla="*/ 20005643 w 20745591"/>
              <a:gd name="csY1" fmla="*/ 0 h 12235730"/>
              <a:gd name="csX2" fmla="*/ 20445607 w 20745591"/>
              <a:gd name="csY2" fmla="*/ 439963 h 12235730"/>
              <a:gd name="csX3" fmla="*/ 20445607 w 20745591"/>
              <a:gd name="csY3" fmla="*/ 1014678 h 12235730"/>
              <a:gd name="csX4" fmla="*/ 20476139 w 20745591"/>
              <a:gd name="csY4" fmla="*/ 1017757 h 12235730"/>
              <a:gd name="csX5" fmla="*/ 20734203 w 20745591"/>
              <a:gd name="csY5" fmla="*/ 1240166 h 12235730"/>
              <a:gd name="csX6" fmla="*/ 20745591 w 20745591"/>
              <a:gd name="csY6" fmla="*/ 1304700 h 12235730"/>
              <a:gd name="csX7" fmla="*/ 7763393 w 20745591"/>
              <a:gd name="csY7" fmla="*/ 1304700 h 12235730"/>
              <a:gd name="csX8" fmla="*/ 7561295 w 20745591"/>
              <a:gd name="csY8" fmla="*/ 1506798 h 12235730"/>
              <a:gd name="csX9" fmla="*/ 7561295 w 20745591"/>
              <a:gd name="csY9" fmla="*/ 1952773 h 12235730"/>
              <a:gd name="csX10" fmla="*/ 7554839 w 20745591"/>
              <a:gd name="csY10" fmla="*/ 2016809 h 12235730"/>
              <a:gd name="csX11" fmla="*/ 7212163 w 20745591"/>
              <a:gd name="csY11" fmla="*/ 2296098 h 12235730"/>
              <a:gd name="csX12" fmla="*/ 7112004 w 20745591"/>
              <a:gd name="csY12" fmla="*/ 2296098 h 12235730"/>
              <a:gd name="csX13" fmla="*/ 2747714 w 20745591"/>
              <a:gd name="csY13" fmla="*/ 2296098 h 12235730"/>
              <a:gd name="csX14" fmla="*/ 2747715 w 20745591"/>
              <a:gd name="csY14" fmla="*/ 2296099 h 12235730"/>
              <a:gd name="csX15" fmla="*/ 2198812 w 20745591"/>
              <a:gd name="csY15" fmla="*/ 2296099 h 12235730"/>
              <a:gd name="csX16" fmla="*/ 1756234 w 20745591"/>
              <a:gd name="csY16" fmla="*/ 2738677 h 12235730"/>
              <a:gd name="csX17" fmla="*/ 1756234 w 20745591"/>
              <a:gd name="csY17" fmla="*/ 11909268 h 12235730"/>
              <a:gd name="csX18" fmla="*/ 1885862 w 20745591"/>
              <a:gd name="csY18" fmla="*/ 12222218 h 12235730"/>
              <a:gd name="csX19" fmla="*/ 1902239 w 20745591"/>
              <a:gd name="csY19" fmla="*/ 12235730 h 12235730"/>
              <a:gd name="csX20" fmla="*/ 750402 w 20745591"/>
              <a:gd name="csY20" fmla="*/ 12235730 h 12235730"/>
              <a:gd name="csX21" fmla="*/ 0 w 20745591"/>
              <a:gd name="csY21" fmla="*/ 11485328 h 12235730"/>
              <a:gd name="csX22" fmla="*/ 0 w 20745591"/>
              <a:gd name="csY22" fmla="*/ 2395311 h 12235730"/>
              <a:gd name="csX23" fmla="*/ 15246 w 20745591"/>
              <a:gd name="csY23" fmla="*/ 2244079 h 12235730"/>
              <a:gd name="csX24" fmla="*/ 51615 w 20745591"/>
              <a:gd name="csY24" fmla="*/ 2126917 h 12235730"/>
              <a:gd name="csX25" fmla="*/ 27488 w 20745591"/>
              <a:gd name="csY25" fmla="*/ 2082467 h 12235730"/>
              <a:gd name="csX26" fmla="*/ 0 w 20745591"/>
              <a:gd name="csY26" fmla="*/ 1946315 h 12235730"/>
              <a:gd name="csX27" fmla="*/ 0 w 20745591"/>
              <a:gd name="csY27" fmla="*/ 1360433 h 12235730"/>
              <a:gd name="csX28" fmla="*/ 349783 w 20745591"/>
              <a:gd name="csY28" fmla="*/ 1010650 h 12235730"/>
              <a:gd name="csX29" fmla="*/ 349784 w 20745591"/>
              <a:gd name="csY29" fmla="*/ 1010650 h 12235730"/>
              <a:gd name="csX30" fmla="*/ 6993649 w 20745591"/>
              <a:gd name="csY30" fmla="*/ 1010650 h 12235730"/>
              <a:gd name="csX31" fmla="*/ 6993649 w 20745591"/>
              <a:gd name="csY31" fmla="*/ 439963 h 12235730"/>
              <a:gd name="csX32" fmla="*/ 7433614 w 20745591"/>
              <a:gd name="csY32" fmla="*/ 0 h 122357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20745591" h="12235730">
                <a:moveTo>
                  <a:pt x="7433614" y="0"/>
                </a:moveTo>
                <a:lnTo>
                  <a:pt x="20005643" y="0"/>
                </a:lnTo>
                <a:cubicBezTo>
                  <a:pt x="20248627" y="0"/>
                  <a:pt x="20445607" y="196978"/>
                  <a:pt x="20445607" y="439963"/>
                </a:cubicBezTo>
                <a:lnTo>
                  <a:pt x="20445607" y="1014678"/>
                </a:lnTo>
                <a:lnTo>
                  <a:pt x="20476139" y="1017757"/>
                </a:lnTo>
                <a:cubicBezTo>
                  <a:pt x="20595683" y="1042218"/>
                  <a:pt x="20693011" y="1127663"/>
                  <a:pt x="20734203" y="1240166"/>
                </a:cubicBezTo>
                <a:lnTo>
                  <a:pt x="20745591" y="1304700"/>
                </a:lnTo>
                <a:lnTo>
                  <a:pt x="7763393" y="1304700"/>
                </a:lnTo>
                <a:cubicBezTo>
                  <a:pt x="7651776" y="1304700"/>
                  <a:pt x="7561295" y="1395182"/>
                  <a:pt x="7561295" y="1506798"/>
                </a:cubicBezTo>
                <a:lnTo>
                  <a:pt x="7561295" y="1952773"/>
                </a:lnTo>
                <a:lnTo>
                  <a:pt x="7554839" y="2016809"/>
                </a:lnTo>
                <a:cubicBezTo>
                  <a:pt x="7522224" y="2176199"/>
                  <a:pt x="7381196" y="2296098"/>
                  <a:pt x="7212163" y="2296098"/>
                </a:cubicBezTo>
                <a:lnTo>
                  <a:pt x="7112004" y="2296098"/>
                </a:lnTo>
                <a:lnTo>
                  <a:pt x="2747714" y="2296098"/>
                </a:lnTo>
                <a:lnTo>
                  <a:pt x="2747715" y="2296099"/>
                </a:lnTo>
                <a:lnTo>
                  <a:pt x="2198812" y="2296099"/>
                </a:lnTo>
                <a:cubicBezTo>
                  <a:pt x="1954383" y="2296099"/>
                  <a:pt x="1756234" y="2494248"/>
                  <a:pt x="1756234" y="2738677"/>
                </a:cubicBezTo>
                <a:lnTo>
                  <a:pt x="1756234" y="11909268"/>
                </a:lnTo>
                <a:cubicBezTo>
                  <a:pt x="1756234" y="12031483"/>
                  <a:pt x="1805772" y="12142127"/>
                  <a:pt x="1885862" y="12222218"/>
                </a:cubicBezTo>
                <a:lnTo>
                  <a:pt x="1902239" y="12235730"/>
                </a:lnTo>
                <a:lnTo>
                  <a:pt x="750402" y="12235730"/>
                </a:lnTo>
                <a:cubicBezTo>
                  <a:pt x="335966" y="12235730"/>
                  <a:pt x="0" y="11899764"/>
                  <a:pt x="0" y="11485328"/>
                </a:cubicBezTo>
                <a:lnTo>
                  <a:pt x="0" y="2395311"/>
                </a:lnTo>
                <a:cubicBezTo>
                  <a:pt x="0" y="2343507"/>
                  <a:pt x="5250" y="2292928"/>
                  <a:pt x="15246" y="2244079"/>
                </a:cubicBezTo>
                <a:lnTo>
                  <a:pt x="51615" y="2126917"/>
                </a:lnTo>
                <a:lnTo>
                  <a:pt x="27488" y="2082467"/>
                </a:lnTo>
                <a:cubicBezTo>
                  <a:pt x="9789" y="2040619"/>
                  <a:pt x="0" y="1994610"/>
                  <a:pt x="0" y="1946315"/>
                </a:cubicBezTo>
                <a:lnTo>
                  <a:pt x="0" y="1360433"/>
                </a:lnTo>
                <a:cubicBezTo>
                  <a:pt x="0" y="1167253"/>
                  <a:pt x="156603" y="1010650"/>
                  <a:pt x="349783" y="1010650"/>
                </a:cubicBezTo>
                <a:lnTo>
                  <a:pt x="349784" y="1010650"/>
                </a:lnTo>
                <a:lnTo>
                  <a:pt x="6993649" y="1010650"/>
                </a:lnTo>
                <a:lnTo>
                  <a:pt x="6993649" y="439963"/>
                </a:lnTo>
                <a:cubicBezTo>
                  <a:pt x="6993649" y="196978"/>
                  <a:pt x="7190628" y="0"/>
                  <a:pt x="7433614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 dirty="0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62EAC0DB-8BEB-9FD1-AE1A-3C35FB90A441}"/>
              </a:ext>
            </a:extLst>
          </p:cNvPr>
          <p:cNvSpPr/>
          <p:nvPr/>
        </p:nvSpPr>
        <p:spPr>
          <a:xfrm>
            <a:off x="95250" y="95250"/>
            <a:ext cx="4572000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pt-BR" sz="44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Análise Granular</a:t>
            </a:r>
            <a:endParaRPr lang="pt-BR" sz="4400" b="1" cap="none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1E3760D4-8E32-7EAE-4676-5022F41714A0}"/>
              </a:ext>
            </a:extLst>
          </p:cNvPr>
          <p:cNvSpPr/>
          <p:nvPr/>
        </p:nvSpPr>
        <p:spPr>
          <a:xfrm>
            <a:off x="373299" y="5854138"/>
            <a:ext cx="3284299" cy="4237929"/>
          </a:xfrm>
          <a:prstGeom prst="roundRect">
            <a:avLst>
              <a:gd name="adj" fmla="val 4686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13B84FED-6890-41A4-F689-F047FC18BCFA}"/>
              </a:ext>
            </a:extLst>
          </p:cNvPr>
          <p:cNvSpPr/>
          <p:nvPr/>
        </p:nvSpPr>
        <p:spPr>
          <a:xfrm>
            <a:off x="373300" y="1328681"/>
            <a:ext cx="3284299" cy="4237929"/>
          </a:xfrm>
          <a:prstGeom prst="roundRect">
            <a:avLst>
              <a:gd name="adj" fmla="val 4686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DEA8EA78-4944-BD2B-1C2D-88C0C8B4F26B}"/>
              </a:ext>
            </a:extLst>
          </p:cNvPr>
          <p:cNvSpPr/>
          <p:nvPr/>
        </p:nvSpPr>
        <p:spPr>
          <a:xfrm>
            <a:off x="4062829" y="6833937"/>
            <a:ext cx="7260491" cy="3258129"/>
          </a:xfrm>
          <a:prstGeom prst="roundRect">
            <a:avLst>
              <a:gd name="adj" fmla="val 3237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Forma Livre: Forma 29">
            <a:extLst>
              <a:ext uri="{FF2B5EF4-FFF2-40B4-BE49-F238E27FC236}">
                <a16:creationId xmlns:a16="http://schemas.microsoft.com/office/drawing/2014/main" id="{B4AC7AB5-5321-BEB2-D87F-3C0E9E03E29F}"/>
              </a:ext>
            </a:extLst>
          </p:cNvPr>
          <p:cNvSpPr/>
          <p:nvPr/>
        </p:nvSpPr>
        <p:spPr>
          <a:xfrm>
            <a:off x="14598316" y="5225580"/>
            <a:ext cx="2960105" cy="1257115"/>
          </a:xfrm>
          <a:custGeom>
            <a:avLst/>
            <a:gdLst>
              <a:gd name="csX0" fmla="*/ 133353 w 2360908"/>
              <a:gd name="csY0" fmla="*/ 0 h 1095484"/>
              <a:gd name="csX1" fmla="*/ 2227555 w 2360908"/>
              <a:gd name="csY1" fmla="*/ 0 h 1095484"/>
              <a:gd name="csX2" fmla="*/ 2360908 w 2360908"/>
              <a:gd name="csY2" fmla="*/ 133353 h 1095484"/>
              <a:gd name="csX3" fmla="*/ 2360908 w 2360908"/>
              <a:gd name="csY3" fmla="*/ 962131 h 1095484"/>
              <a:gd name="csX4" fmla="*/ 2227555 w 2360908"/>
              <a:gd name="csY4" fmla="*/ 1095484 h 1095484"/>
              <a:gd name="csX5" fmla="*/ 133353 w 2360908"/>
              <a:gd name="csY5" fmla="*/ 1095484 h 1095484"/>
              <a:gd name="csX6" fmla="*/ 0 w 2360908"/>
              <a:gd name="csY6" fmla="*/ 962131 h 1095484"/>
              <a:gd name="csX7" fmla="*/ 0 w 2360908"/>
              <a:gd name="csY7" fmla="*/ 133353 h 1095484"/>
              <a:gd name="csX8" fmla="*/ 133353 w 2360908"/>
              <a:gd name="csY8" fmla="*/ 0 h 10954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360908" h="1095484">
                <a:moveTo>
                  <a:pt x="133353" y="0"/>
                </a:moveTo>
                <a:lnTo>
                  <a:pt x="2227555" y="0"/>
                </a:lnTo>
                <a:cubicBezTo>
                  <a:pt x="2301204" y="0"/>
                  <a:pt x="2360908" y="59704"/>
                  <a:pt x="2360908" y="133353"/>
                </a:cubicBezTo>
                <a:lnTo>
                  <a:pt x="2360908" y="962131"/>
                </a:lnTo>
                <a:cubicBezTo>
                  <a:pt x="2360908" y="1035780"/>
                  <a:pt x="2301204" y="1095484"/>
                  <a:pt x="2227555" y="1095484"/>
                </a:cubicBezTo>
                <a:lnTo>
                  <a:pt x="133353" y="1095484"/>
                </a:lnTo>
                <a:cubicBezTo>
                  <a:pt x="59704" y="1095484"/>
                  <a:pt x="0" y="1035780"/>
                  <a:pt x="0" y="962131"/>
                </a:cubicBezTo>
                <a:lnTo>
                  <a:pt x="0" y="133353"/>
                </a:lnTo>
                <a:cubicBezTo>
                  <a:pt x="0" y="59704"/>
                  <a:pt x="59704" y="0"/>
                  <a:pt x="1333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33" name="Forma Livre: Forma 32">
            <a:extLst>
              <a:ext uri="{FF2B5EF4-FFF2-40B4-BE49-F238E27FC236}">
                <a16:creationId xmlns:a16="http://schemas.microsoft.com/office/drawing/2014/main" id="{67479E83-D2FE-B678-EDAF-34EB3AF901EA}"/>
              </a:ext>
            </a:extLst>
          </p:cNvPr>
          <p:cNvSpPr/>
          <p:nvPr/>
        </p:nvSpPr>
        <p:spPr>
          <a:xfrm>
            <a:off x="14598316" y="297325"/>
            <a:ext cx="2960105" cy="1129807"/>
          </a:xfrm>
          <a:custGeom>
            <a:avLst/>
            <a:gdLst>
              <a:gd name="csX0" fmla="*/ 133353 w 2360908"/>
              <a:gd name="csY0" fmla="*/ 0 h 1095484"/>
              <a:gd name="csX1" fmla="*/ 2227555 w 2360908"/>
              <a:gd name="csY1" fmla="*/ 0 h 1095484"/>
              <a:gd name="csX2" fmla="*/ 2360908 w 2360908"/>
              <a:gd name="csY2" fmla="*/ 133353 h 1095484"/>
              <a:gd name="csX3" fmla="*/ 2360908 w 2360908"/>
              <a:gd name="csY3" fmla="*/ 962131 h 1095484"/>
              <a:gd name="csX4" fmla="*/ 2227555 w 2360908"/>
              <a:gd name="csY4" fmla="*/ 1095484 h 1095484"/>
              <a:gd name="csX5" fmla="*/ 133353 w 2360908"/>
              <a:gd name="csY5" fmla="*/ 1095484 h 1095484"/>
              <a:gd name="csX6" fmla="*/ 0 w 2360908"/>
              <a:gd name="csY6" fmla="*/ 962131 h 1095484"/>
              <a:gd name="csX7" fmla="*/ 0 w 2360908"/>
              <a:gd name="csY7" fmla="*/ 133353 h 1095484"/>
              <a:gd name="csX8" fmla="*/ 133353 w 2360908"/>
              <a:gd name="csY8" fmla="*/ 0 h 10954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360908" h="1095484">
                <a:moveTo>
                  <a:pt x="133353" y="0"/>
                </a:moveTo>
                <a:lnTo>
                  <a:pt x="2227555" y="0"/>
                </a:lnTo>
                <a:cubicBezTo>
                  <a:pt x="2301204" y="0"/>
                  <a:pt x="2360908" y="59704"/>
                  <a:pt x="2360908" y="133353"/>
                </a:cubicBezTo>
                <a:lnTo>
                  <a:pt x="2360908" y="962131"/>
                </a:lnTo>
                <a:cubicBezTo>
                  <a:pt x="2360908" y="1035780"/>
                  <a:pt x="2301204" y="1095484"/>
                  <a:pt x="2227555" y="1095484"/>
                </a:cubicBezTo>
                <a:lnTo>
                  <a:pt x="133353" y="1095484"/>
                </a:lnTo>
                <a:cubicBezTo>
                  <a:pt x="59704" y="1095484"/>
                  <a:pt x="0" y="1035780"/>
                  <a:pt x="0" y="962131"/>
                </a:cubicBezTo>
                <a:lnTo>
                  <a:pt x="0" y="133353"/>
                </a:lnTo>
                <a:cubicBezTo>
                  <a:pt x="0" y="59704"/>
                  <a:pt x="59704" y="0"/>
                  <a:pt x="133353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DFDA00"/>
              </a:gs>
            </a:gsLst>
          </a:gra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37A0E2AC-E042-D774-C28B-2467AD578F04}"/>
              </a:ext>
            </a:extLst>
          </p:cNvPr>
          <p:cNvSpPr/>
          <p:nvPr/>
        </p:nvSpPr>
        <p:spPr>
          <a:xfrm>
            <a:off x="11673840" y="6304547"/>
            <a:ext cx="6056711" cy="3787519"/>
          </a:xfrm>
          <a:prstGeom prst="roundRect">
            <a:avLst>
              <a:gd name="adj" fmla="val 3237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08C3BDF5-0B20-A341-6C94-F24F5C0349B6}"/>
              </a:ext>
            </a:extLst>
          </p:cNvPr>
          <p:cNvSpPr/>
          <p:nvPr/>
        </p:nvSpPr>
        <p:spPr>
          <a:xfrm>
            <a:off x="11673840" y="1328681"/>
            <a:ext cx="6056711" cy="3787519"/>
          </a:xfrm>
          <a:prstGeom prst="roundRect">
            <a:avLst>
              <a:gd name="adj" fmla="val 3237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1452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14</Words>
  <Application>Microsoft Office PowerPoint</Application>
  <PresentationFormat>Personalizar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pedro lucas</dc:creator>
  <cp:lastModifiedBy>Pedro Lucas de Oliveira</cp:lastModifiedBy>
  <cp:revision>2</cp:revision>
  <dcterms:created xsi:type="dcterms:W3CDTF">2026-07-31T22:05:46Z</dcterms:created>
  <dcterms:modified xsi:type="dcterms:W3CDTF">2026-08-03T10:15:57Z</dcterms:modified>
</cp:coreProperties>
</file>