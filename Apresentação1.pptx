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</p:sldIdLst>
  <p:sldSz cx="18103850" cy="102885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FDA00"/>
    <a:srgbClr val="E3DE00"/>
    <a:srgbClr val="F0EA00"/>
    <a:srgbClr val="FFE28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1E506D2-673D-4CC7-B46E-10B0D5DF5344}" v="25" dt="2026-10-01T12:45:46.1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578" autoAdjust="0"/>
    <p:restoredTop sz="94660"/>
  </p:normalViewPr>
  <p:slideViewPr>
    <p:cSldViewPr snapToGrid="0">
      <p:cViewPr varScale="1">
        <p:scale>
          <a:sx n="39" d="100"/>
          <a:sy n="39" d="100"/>
        </p:scale>
        <p:origin x="60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edro Lucas de Oliveira" userId="decf2ebc-4f1b-4875-9cd3-eb66623e709f" providerId="ADAL" clId="{D4888E3A-4B92-457B-A42D-5FC11DBDCBA1}"/>
    <pc:docChg chg="undo redo custSel modSld">
      <pc:chgData name="Pedro Lucas de Oliveira" userId="decf2ebc-4f1b-4875-9cd3-eb66623e709f" providerId="ADAL" clId="{D4888E3A-4B92-457B-A42D-5FC11DBDCBA1}" dt="2026-10-01T12:45:46.116" v="729" actId="164"/>
      <pc:docMkLst>
        <pc:docMk/>
      </pc:docMkLst>
      <pc:sldChg chg="addSp delSp modSp mod">
        <pc:chgData name="Pedro Lucas de Oliveira" userId="decf2ebc-4f1b-4875-9cd3-eb66623e709f" providerId="ADAL" clId="{D4888E3A-4B92-457B-A42D-5FC11DBDCBA1}" dt="2026-10-01T12:44:27.999" v="698" actId="108"/>
        <pc:sldMkLst>
          <pc:docMk/>
          <pc:sldMk cId="3915172499" sldId="256"/>
        </pc:sldMkLst>
        <pc:spChg chg="add del mod ord">
          <ac:chgData name="Pedro Lucas de Oliveira" userId="decf2ebc-4f1b-4875-9cd3-eb66623e709f" providerId="ADAL" clId="{D4888E3A-4B92-457B-A42D-5FC11DBDCBA1}" dt="2026-10-01T11:35:19.677" v="70" actId="478"/>
          <ac:spMkLst>
            <pc:docMk/>
            <pc:sldMk cId="3915172499" sldId="256"/>
            <ac:spMk id="2" creationId="{2AEEE017-526C-DC74-6826-D332EA654FB5}"/>
          </ac:spMkLst>
        </pc:spChg>
        <pc:spChg chg="mod">
          <ac:chgData name="Pedro Lucas de Oliveira" userId="decf2ebc-4f1b-4875-9cd3-eb66623e709f" providerId="ADAL" clId="{D4888E3A-4B92-457B-A42D-5FC11DBDCBA1}" dt="2026-10-01T12:44:23.346" v="696" actId="108"/>
          <ac:spMkLst>
            <pc:docMk/>
            <pc:sldMk cId="3915172499" sldId="256"/>
            <ac:spMk id="3" creationId="{E934607F-D5B4-3290-9B50-1141193DD2F9}"/>
          </ac:spMkLst>
        </pc:spChg>
        <pc:spChg chg="mod">
          <ac:chgData name="Pedro Lucas de Oliveira" userId="decf2ebc-4f1b-4875-9cd3-eb66623e709f" providerId="ADAL" clId="{D4888E3A-4B92-457B-A42D-5FC11DBDCBA1}" dt="2026-10-01T12:43:53.305" v="691" actId="14861"/>
          <ac:spMkLst>
            <pc:docMk/>
            <pc:sldMk cId="3915172499" sldId="256"/>
            <ac:spMk id="4" creationId="{CC8C5592-C679-34B3-42DE-C85D047BE0B4}"/>
          </ac:spMkLst>
        </pc:spChg>
        <pc:spChg chg="mod">
          <ac:chgData name="Pedro Lucas de Oliveira" userId="decf2ebc-4f1b-4875-9cd3-eb66623e709f" providerId="ADAL" clId="{D4888E3A-4B92-457B-A42D-5FC11DBDCBA1}" dt="2026-10-01T12:44:27.999" v="698" actId="108"/>
          <ac:spMkLst>
            <pc:docMk/>
            <pc:sldMk cId="3915172499" sldId="256"/>
            <ac:spMk id="5" creationId="{2CA3F7F5-F460-9129-6D87-29DF621CDE3A}"/>
          </ac:spMkLst>
        </pc:spChg>
        <pc:spChg chg="add mod topLvl">
          <ac:chgData name="Pedro Lucas de Oliveira" userId="decf2ebc-4f1b-4875-9cd3-eb66623e709f" providerId="ADAL" clId="{D4888E3A-4B92-457B-A42D-5FC11DBDCBA1}" dt="2026-10-01T11:42:24.617" v="180" actId="164"/>
          <ac:spMkLst>
            <pc:docMk/>
            <pc:sldMk cId="3915172499" sldId="256"/>
            <ac:spMk id="6" creationId="{7589B568-7B70-492E-3E14-191EC8EB5EEF}"/>
          </ac:spMkLst>
        </pc:spChg>
        <pc:spChg chg="mod">
          <ac:chgData name="Pedro Lucas de Oliveira" userId="decf2ebc-4f1b-4875-9cd3-eb66623e709f" providerId="ADAL" clId="{D4888E3A-4B92-457B-A42D-5FC11DBDCBA1}" dt="2026-10-01T12:44:25.605" v="697" actId="108"/>
          <ac:spMkLst>
            <pc:docMk/>
            <pc:sldMk cId="3915172499" sldId="256"/>
            <ac:spMk id="7" creationId="{08C377F6-D462-CFFD-6274-58C207846B69}"/>
          </ac:spMkLst>
        </pc:spChg>
        <pc:spChg chg="add del mod">
          <ac:chgData name="Pedro Lucas de Oliveira" userId="decf2ebc-4f1b-4875-9cd3-eb66623e709f" providerId="ADAL" clId="{D4888E3A-4B92-457B-A42D-5FC11DBDCBA1}" dt="2026-10-01T11:36:51.523" v="86" actId="478"/>
          <ac:spMkLst>
            <pc:docMk/>
            <pc:sldMk cId="3915172499" sldId="256"/>
            <ac:spMk id="9" creationId="{053B5C43-9C3E-91A8-FE2E-983DFF6E4878}"/>
          </ac:spMkLst>
        </pc:spChg>
        <pc:spChg chg="add del">
          <ac:chgData name="Pedro Lucas de Oliveira" userId="decf2ebc-4f1b-4875-9cd3-eb66623e709f" providerId="ADAL" clId="{D4888E3A-4B92-457B-A42D-5FC11DBDCBA1}" dt="2026-10-01T11:37:01.685" v="88" actId="11529"/>
          <ac:spMkLst>
            <pc:docMk/>
            <pc:sldMk cId="3915172499" sldId="256"/>
            <ac:spMk id="10" creationId="{47BB43AD-270B-2914-D6EB-C9CEBCB3BF39}"/>
          </ac:spMkLst>
        </pc:spChg>
        <pc:spChg chg="add mod ord topLvl">
          <ac:chgData name="Pedro Lucas de Oliveira" userId="decf2ebc-4f1b-4875-9cd3-eb66623e709f" providerId="ADAL" clId="{D4888E3A-4B92-457B-A42D-5FC11DBDCBA1}" dt="2026-10-01T11:42:24.617" v="180" actId="164"/>
          <ac:spMkLst>
            <pc:docMk/>
            <pc:sldMk cId="3915172499" sldId="256"/>
            <ac:spMk id="11" creationId="{7AAFB90D-7F3C-CD1F-9143-5139A53DDCE2}"/>
          </ac:spMkLst>
        </pc:spChg>
        <pc:spChg chg="add mod ord">
          <ac:chgData name="Pedro Lucas de Oliveira" userId="decf2ebc-4f1b-4875-9cd3-eb66623e709f" providerId="ADAL" clId="{D4888E3A-4B92-457B-A42D-5FC11DBDCBA1}" dt="2026-10-01T11:42:24.617" v="180" actId="164"/>
          <ac:spMkLst>
            <pc:docMk/>
            <pc:sldMk cId="3915172499" sldId="256"/>
            <ac:spMk id="13" creationId="{8D7E6951-012E-140E-CEB9-083D3FD8E9D9}"/>
          </ac:spMkLst>
        </pc:spChg>
        <pc:spChg chg="add mod">
          <ac:chgData name="Pedro Lucas de Oliveira" userId="decf2ebc-4f1b-4875-9cd3-eb66623e709f" providerId="ADAL" clId="{D4888E3A-4B92-457B-A42D-5FC11DBDCBA1}" dt="2026-10-01T12:44:06.120" v="692" actId="108"/>
          <ac:spMkLst>
            <pc:docMk/>
            <pc:sldMk cId="3915172499" sldId="256"/>
            <ac:spMk id="16" creationId="{CA19C9A3-47EF-0AD2-7853-A627BCE48330}"/>
          </ac:spMkLst>
        </pc:spChg>
        <pc:spChg chg="add mod">
          <ac:chgData name="Pedro Lucas de Oliveira" userId="decf2ebc-4f1b-4875-9cd3-eb66623e709f" providerId="ADAL" clId="{D4888E3A-4B92-457B-A42D-5FC11DBDCBA1}" dt="2026-10-01T12:44:21.516" v="695" actId="108"/>
          <ac:spMkLst>
            <pc:docMk/>
            <pc:sldMk cId="3915172499" sldId="256"/>
            <ac:spMk id="18" creationId="{EC4DC8D0-1EF9-76DF-DD53-5066E8826863}"/>
          </ac:spMkLst>
        </pc:spChg>
        <pc:spChg chg="mod ord">
          <ac:chgData name="Pedro Lucas de Oliveira" userId="decf2ebc-4f1b-4875-9cd3-eb66623e709f" providerId="ADAL" clId="{D4888E3A-4B92-457B-A42D-5FC11DBDCBA1}" dt="2026-10-01T12:42:21.088" v="533" actId="20577"/>
          <ac:spMkLst>
            <pc:docMk/>
            <pc:sldMk cId="3915172499" sldId="256"/>
            <ac:spMk id="26" creationId="{E3F63FFE-1804-D7BF-8EC8-0403B865DADA}"/>
          </ac:spMkLst>
        </pc:spChg>
        <pc:spChg chg="del mod">
          <ac:chgData name="Pedro Lucas de Oliveira" userId="decf2ebc-4f1b-4875-9cd3-eb66623e709f" providerId="ADAL" clId="{D4888E3A-4B92-457B-A42D-5FC11DBDCBA1}" dt="2026-10-01T11:35:18.248" v="69" actId="478"/>
          <ac:spMkLst>
            <pc:docMk/>
            <pc:sldMk cId="3915172499" sldId="256"/>
            <ac:spMk id="75" creationId="{304DDFD2-6990-FADA-3D21-ABC3E159D0A5}"/>
          </ac:spMkLst>
        </pc:spChg>
        <pc:grpChg chg="add del mod">
          <ac:chgData name="Pedro Lucas de Oliveira" userId="decf2ebc-4f1b-4875-9cd3-eb66623e709f" providerId="ADAL" clId="{D4888E3A-4B92-457B-A42D-5FC11DBDCBA1}" dt="2026-10-01T11:39:08.405" v="116" actId="165"/>
          <ac:grpSpMkLst>
            <pc:docMk/>
            <pc:sldMk cId="3915172499" sldId="256"/>
            <ac:grpSpMk id="12" creationId="{2E6E400D-F12B-99CD-C870-859B8A6D074B}"/>
          </ac:grpSpMkLst>
        </pc:grpChg>
        <pc:grpChg chg="add mod">
          <ac:chgData name="Pedro Lucas de Oliveira" userId="decf2ebc-4f1b-4875-9cd3-eb66623e709f" providerId="ADAL" clId="{D4888E3A-4B92-457B-A42D-5FC11DBDCBA1}" dt="2026-10-01T11:42:24.617" v="180" actId="164"/>
          <ac:grpSpMkLst>
            <pc:docMk/>
            <pc:sldMk cId="3915172499" sldId="256"/>
            <ac:grpSpMk id="14" creationId="{BD9CC499-AE4B-6B1B-C793-E0F1445793A2}"/>
          </ac:grpSpMkLst>
        </pc:grpChg>
      </pc:sldChg>
      <pc:sldChg chg="addSp delSp modSp mod">
        <pc:chgData name="Pedro Lucas de Oliveira" userId="decf2ebc-4f1b-4875-9cd3-eb66623e709f" providerId="ADAL" clId="{D4888E3A-4B92-457B-A42D-5FC11DBDCBA1}" dt="2026-10-01T12:45:16.116" v="710"/>
        <pc:sldMkLst>
          <pc:docMk/>
          <pc:sldMk cId="1611592038" sldId="257"/>
        </pc:sldMkLst>
        <pc:spChg chg="del">
          <ac:chgData name="Pedro Lucas de Oliveira" userId="decf2ebc-4f1b-4875-9cd3-eb66623e709f" providerId="ADAL" clId="{D4888E3A-4B92-457B-A42D-5FC11DBDCBA1}" dt="2026-10-01T11:38:48.850" v="111" actId="478"/>
          <ac:spMkLst>
            <pc:docMk/>
            <pc:sldMk cId="1611592038" sldId="257"/>
            <ac:spMk id="2" creationId="{9B5B2356-5C4E-3E92-7500-11E01D85C8FC}"/>
          </ac:spMkLst>
        </pc:spChg>
        <pc:spChg chg="mod">
          <ac:chgData name="Pedro Lucas de Oliveira" userId="decf2ebc-4f1b-4875-9cd3-eb66623e709f" providerId="ADAL" clId="{D4888E3A-4B92-457B-A42D-5FC11DBDCBA1}" dt="2026-10-01T12:44:41.039" v="700" actId="108"/>
          <ac:spMkLst>
            <pc:docMk/>
            <pc:sldMk cId="1611592038" sldId="257"/>
            <ac:spMk id="3" creationId="{24459ABD-C48C-759D-0B9F-E1559E8F0BFA}"/>
          </ac:spMkLst>
        </pc:spChg>
        <pc:spChg chg="mod">
          <ac:chgData name="Pedro Lucas de Oliveira" userId="decf2ebc-4f1b-4875-9cd3-eb66623e709f" providerId="ADAL" clId="{D4888E3A-4B92-457B-A42D-5FC11DBDCBA1}" dt="2026-10-01T12:45:15.236" v="708"/>
          <ac:spMkLst>
            <pc:docMk/>
            <pc:sldMk cId="1611592038" sldId="257"/>
            <ac:spMk id="5" creationId="{FFECBC65-9B7E-A95D-6F91-F5464A247F36}"/>
          </ac:spMkLst>
        </pc:spChg>
        <pc:spChg chg="mod">
          <ac:chgData name="Pedro Lucas de Oliveira" userId="decf2ebc-4f1b-4875-9cd3-eb66623e709f" providerId="ADAL" clId="{D4888E3A-4B92-457B-A42D-5FC11DBDCBA1}" dt="2026-10-01T11:42:26.431" v="181"/>
          <ac:spMkLst>
            <pc:docMk/>
            <pc:sldMk cId="1611592038" sldId="257"/>
            <ac:spMk id="6" creationId="{3F120648-1438-B22A-D83A-614FBFB3A4CC}"/>
          </ac:spMkLst>
        </pc:spChg>
        <pc:spChg chg="mod">
          <ac:chgData name="Pedro Lucas de Oliveira" userId="decf2ebc-4f1b-4875-9cd3-eb66623e709f" providerId="ADAL" clId="{D4888E3A-4B92-457B-A42D-5FC11DBDCBA1}" dt="2026-10-01T12:45:12.028" v="702"/>
          <ac:spMkLst>
            <pc:docMk/>
            <pc:sldMk cId="1611592038" sldId="257"/>
            <ac:spMk id="7" creationId="{1360037F-4043-BB21-DEC9-8CEA8F85066D}"/>
          </ac:spMkLst>
        </pc:spChg>
        <pc:spChg chg="mod">
          <ac:chgData name="Pedro Lucas de Oliveira" userId="decf2ebc-4f1b-4875-9cd3-eb66623e709f" providerId="ADAL" clId="{D4888E3A-4B92-457B-A42D-5FC11DBDCBA1}" dt="2026-10-01T11:42:26.431" v="181"/>
          <ac:spMkLst>
            <pc:docMk/>
            <pc:sldMk cId="1611592038" sldId="257"/>
            <ac:spMk id="8" creationId="{8388B717-2703-90B6-D900-70C8D2C79ADB}"/>
          </ac:spMkLst>
        </pc:spChg>
        <pc:spChg chg="mod">
          <ac:chgData name="Pedro Lucas de Oliveira" userId="decf2ebc-4f1b-4875-9cd3-eb66623e709f" providerId="ADAL" clId="{D4888E3A-4B92-457B-A42D-5FC11DBDCBA1}" dt="2026-10-01T12:45:13.079" v="704"/>
          <ac:spMkLst>
            <pc:docMk/>
            <pc:sldMk cId="1611592038" sldId="257"/>
            <ac:spMk id="9" creationId="{87B6D34D-C954-7704-D1A2-96EC93B75A03}"/>
          </ac:spMkLst>
        </pc:spChg>
        <pc:spChg chg="mod">
          <ac:chgData name="Pedro Lucas de Oliveira" userId="decf2ebc-4f1b-4875-9cd3-eb66623e709f" providerId="ADAL" clId="{D4888E3A-4B92-457B-A42D-5FC11DBDCBA1}" dt="2026-10-01T11:42:26.431" v="181"/>
          <ac:spMkLst>
            <pc:docMk/>
            <pc:sldMk cId="1611592038" sldId="257"/>
            <ac:spMk id="10" creationId="{72E67AA6-47A1-534A-DBF6-3BEE14262E04}"/>
          </ac:spMkLst>
        </pc:spChg>
        <pc:spChg chg="mod">
          <ac:chgData name="Pedro Lucas de Oliveira" userId="decf2ebc-4f1b-4875-9cd3-eb66623e709f" providerId="ADAL" clId="{D4888E3A-4B92-457B-A42D-5FC11DBDCBA1}" dt="2026-10-01T12:45:14.264" v="706"/>
          <ac:spMkLst>
            <pc:docMk/>
            <pc:sldMk cId="1611592038" sldId="257"/>
            <ac:spMk id="11" creationId="{4FA2D67F-F0FD-AE63-9F85-2284E38CDE42}"/>
          </ac:spMkLst>
        </pc:spChg>
        <pc:spChg chg="mod">
          <ac:chgData name="Pedro Lucas de Oliveira" userId="decf2ebc-4f1b-4875-9cd3-eb66623e709f" providerId="ADAL" clId="{D4888E3A-4B92-457B-A42D-5FC11DBDCBA1}" dt="2026-10-01T12:45:16.116" v="710"/>
          <ac:spMkLst>
            <pc:docMk/>
            <pc:sldMk cId="1611592038" sldId="257"/>
            <ac:spMk id="13" creationId="{263120D6-D566-68E6-5C94-FEB8D8F9915E}"/>
          </ac:spMkLst>
        </pc:spChg>
        <pc:spChg chg="add mod">
          <ac:chgData name="Pedro Lucas de Oliveira" userId="decf2ebc-4f1b-4875-9cd3-eb66623e709f" providerId="ADAL" clId="{D4888E3A-4B92-457B-A42D-5FC11DBDCBA1}" dt="2026-10-01T12:44:38.877" v="699" actId="108"/>
          <ac:spMkLst>
            <pc:docMk/>
            <pc:sldMk cId="1611592038" sldId="257"/>
            <ac:spMk id="14" creationId="{008B230A-9A30-AB27-4FC9-68E83FE503B8}"/>
          </ac:spMkLst>
        </pc:spChg>
        <pc:spChg chg="mod">
          <ac:chgData name="Pedro Lucas de Oliveira" userId="decf2ebc-4f1b-4875-9cd3-eb66623e709f" providerId="ADAL" clId="{D4888E3A-4B92-457B-A42D-5FC11DBDCBA1}" dt="2026-10-01T12:42:35.535" v="536" actId="1076"/>
          <ac:spMkLst>
            <pc:docMk/>
            <pc:sldMk cId="1611592038" sldId="257"/>
            <ac:spMk id="29" creationId="{4C2BC9B8-1640-8C90-7F2C-F3A59AD59C8E}"/>
          </ac:spMkLst>
        </pc:spChg>
        <pc:spChg chg="del">
          <ac:chgData name="Pedro Lucas de Oliveira" userId="decf2ebc-4f1b-4875-9cd3-eb66623e709f" providerId="ADAL" clId="{D4888E3A-4B92-457B-A42D-5FC11DBDCBA1}" dt="2026-10-01T11:38:47.988" v="110" actId="478"/>
          <ac:spMkLst>
            <pc:docMk/>
            <pc:sldMk cId="1611592038" sldId="257"/>
            <ac:spMk id="75" creationId="{292C0DCC-6C67-D103-618D-603AA8238AF5}"/>
          </ac:spMkLst>
        </pc:spChg>
        <pc:grpChg chg="add mod ord">
          <ac:chgData name="Pedro Lucas de Oliveira" userId="decf2ebc-4f1b-4875-9cd3-eb66623e709f" providerId="ADAL" clId="{D4888E3A-4B92-457B-A42D-5FC11DBDCBA1}" dt="2026-10-01T12:42:31.565" v="535" actId="1076"/>
          <ac:grpSpMkLst>
            <pc:docMk/>
            <pc:sldMk cId="1611592038" sldId="257"/>
            <ac:grpSpMk id="4" creationId="{DE18E8E2-06C0-6B3C-650E-7D7E20B6BAC2}"/>
          </ac:grpSpMkLst>
        </pc:grpChg>
      </pc:sldChg>
      <pc:sldChg chg="addSp delSp modSp mod">
        <pc:chgData name="Pedro Lucas de Oliveira" userId="decf2ebc-4f1b-4875-9cd3-eb66623e709f" providerId="ADAL" clId="{D4888E3A-4B92-457B-A42D-5FC11DBDCBA1}" dt="2026-10-01T12:45:29.058" v="725"/>
        <pc:sldMkLst>
          <pc:docMk/>
          <pc:sldMk cId="3867239618" sldId="258"/>
        </pc:sldMkLst>
        <pc:spChg chg="del">
          <ac:chgData name="Pedro Lucas de Oliveira" userId="decf2ebc-4f1b-4875-9cd3-eb66623e709f" providerId="ADAL" clId="{D4888E3A-4B92-457B-A42D-5FC11DBDCBA1}" dt="2026-10-01T11:38:50.384" v="112" actId="478"/>
          <ac:spMkLst>
            <pc:docMk/>
            <pc:sldMk cId="3867239618" sldId="258"/>
            <ac:spMk id="2" creationId="{1242E65C-ACAB-BA77-5A68-F539C71AE861}"/>
          </ac:spMkLst>
        </pc:spChg>
        <pc:spChg chg="mod">
          <ac:chgData name="Pedro Lucas de Oliveira" userId="decf2ebc-4f1b-4875-9cd3-eb66623e709f" providerId="ADAL" clId="{D4888E3A-4B92-457B-A42D-5FC11DBDCBA1}" dt="2026-10-01T12:45:28.206" v="723"/>
          <ac:spMkLst>
            <pc:docMk/>
            <pc:sldMk cId="3867239618" sldId="258"/>
            <ac:spMk id="3" creationId="{E1E76BC6-A802-6B0E-0989-B6E4A153C435}"/>
          </ac:spMkLst>
        </pc:spChg>
        <pc:spChg chg="mod">
          <ac:chgData name="Pedro Lucas de Oliveira" userId="decf2ebc-4f1b-4875-9cd3-eb66623e709f" providerId="ADAL" clId="{D4888E3A-4B92-457B-A42D-5FC11DBDCBA1}" dt="2026-10-01T12:45:27.395" v="721"/>
          <ac:spMkLst>
            <pc:docMk/>
            <pc:sldMk cId="3867239618" sldId="258"/>
            <ac:spMk id="5" creationId="{6CD8C671-1A9B-89AF-B54A-01E24A5F6E69}"/>
          </ac:spMkLst>
        </pc:spChg>
        <pc:spChg chg="mod">
          <ac:chgData name="Pedro Lucas de Oliveira" userId="decf2ebc-4f1b-4875-9cd3-eb66623e709f" providerId="ADAL" clId="{D4888E3A-4B92-457B-A42D-5FC11DBDCBA1}" dt="2026-10-01T11:42:27.850" v="182"/>
          <ac:spMkLst>
            <pc:docMk/>
            <pc:sldMk cId="3867239618" sldId="258"/>
            <ac:spMk id="6" creationId="{A40F4BF7-49A3-9A98-2FCF-ACAD3FC2EB68}"/>
          </ac:spMkLst>
        </pc:spChg>
        <pc:spChg chg="mod">
          <ac:chgData name="Pedro Lucas de Oliveira" userId="decf2ebc-4f1b-4875-9cd3-eb66623e709f" providerId="ADAL" clId="{D4888E3A-4B92-457B-A42D-5FC11DBDCBA1}" dt="2026-10-01T12:45:29.058" v="725"/>
          <ac:spMkLst>
            <pc:docMk/>
            <pc:sldMk cId="3867239618" sldId="258"/>
            <ac:spMk id="7" creationId="{3DF77D04-A0C9-AA8F-BD1B-84240460EFDA}"/>
          </ac:spMkLst>
        </pc:spChg>
        <pc:spChg chg="mod">
          <ac:chgData name="Pedro Lucas de Oliveira" userId="decf2ebc-4f1b-4875-9cd3-eb66623e709f" providerId="ADAL" clId="{D4888E3A-4B92-457B-A42D-5FC11DBDCBA1}" dt="2026-10-01T11:42:27.850" v="182"/>
          <ac:spMkLst>
            <pc:docMk/>
            <pc:sldMk cId="3867239618" sldId="258"/>
            <ac:spMk id="8" creationId="{F8939756-F12E-178B-D15A-2A5F85B7FB66}"/>
          </ac:spMkLst>
        </pc:spChg>
        <pc:spChg chg="mod">
          <ac:chgData name="Pedro Lucas de Oliveira" userId="decf2ebc-4f1b-4875-9cd3-eb66623e709f" providerId="ADAL" clId="{D4888E3A-4B92-457B-A42D-5FC11DBDCBA1}" dt="2026-10-01T11:42:27.850" v="182"/>
          <ac:spMkLst>
            <pc:docMk/>
            <pc:sldMk cId="3867239618" sldId="258"/>
            <ac:spMk id="9" creationId="{8ED6F3AB-AF2A-5C86-DFD4-84B61C59ADE7}"/>
          </ac:spMkLst>
        </pc:spChg>
        <pc:spChg chg="add del mod">
          <ac:chgData name="Pedro Lucas de Oliveira" userId="decf2ebc-4f1b-4875-9cd3-eb66623e709f" providerId="ADAL" clId="{D4888E3A-4B92-457B-A42D-5FC11DBDCBA1}" dt="2026-10-01T12:33:32.011" v="287" actId="478"/>
          <ac:spMkLst>
            <pc:docMk/>
            <pc:sldMk cId="3867239618" sldId="258"/>
            <ac:spMk id="10" creationId="{0C5E7C0D-7D1D-6E02-B93C-EB6A7B57CAE6}"/>
          </ac:spMkLst>
        </pc:spChg>
        <pc:spChg chg="add del mod">
          <ac:chgData name="Pedro Lucas de Oliveira" userId="decf2ebc-4f1b-4875-9cd3-eb66623e709f" providerId="ADAL" clId="{D4888E3A-4B92-457B-A42D-5FC11DBDCBA1}" dt="2026-10-01T12:34:03.814" v="300" actId="478"/>
          <ac:spMkLst>
            <pc:docMk/>
            <pc:sldMk cId="3867239618" sldId="258"/>
            <ac:spMk id="12" creationId="{F4EFC3A1-D2CA-29F6-DCEF-B2DA7219C85D}"/>
          </ac:spMkLst>
        </pc:spChg>
        <pc:spChg chg="add mod">
          <ac:chgData name="Pedro Lucas de Oliveira" userId="decf2ebc-4f1b-4875-9cd3-eb66623e709f" providerId="ADAL" clId="{D4888E3A-4B92-457B-A42D-5FC11DBDCBA1}" dt="2026-10-01T12:45:22.560" v="715"/>
          <ac:spMkLst>
            <pc:docMk/>
            <pc:sldMk cId="3867239618" sldId="258"/>
            <ac:spMk id="14" creationId="{E77DB7DA-6DC2-4BDF-AC91-9FB98AF44DF9}"/>
          </ac:spMkLst>
        </pc:spChg>
        <pc:spChg chg="mod">
          <ac:chgData name="Pedro Lucas de Oliveira" userId="decf2ebc-4f1b-4875-9cd3-eb66623e709f" providerId="ADAL" clId="{D4888E3A-4B92-457B-A42D-5FC11DBDCBA1}" dt="2026-10-01T12:45:24.273" v="717"/>
          <ac:spMkLst>
            <pc:docMk/>
            <pc:sldMk cId="3867239618" sldId="258"/>
            <ac:spMk id="15" creationId="{D2AC0351-FE53-F828-0169-15ED03262C53}"/>
          </ac:spMkLst>
        </pc:spChg>
        <pc:spChg chg="mod">
          <ac:chgData name="Pedro Lucas de Oliveira" userId="decf2ebc-4f1b-4875-9cd3-eb66623e709f" providerId="ADAL" clId="{D4888E3A-4B92-457B-A42D-5FC11DBDCBA1}" dt="2026-10-01T12:34:53.024" v="363" actId="164"/>
          <ac:spMkLst>
            <pc:docMk/>
            <pc:sldMk cId="3867239618" sldId="258"/>
            <ac:spMk id="16" creationId="{BD8457FF-946D-DB0C-018E-EA9F733E28FA}"/>
          </ac:spMkLst>
        </pc:spChg>
        <pc:spChg chg="mod">
          <ac:chgData name="Pedro Lucas de Oliveira" userId="decf2ebc-4f1b-4875-9cd3-eb66623e709f" providerId="ADAL" clId="{D4888E3A-4B92-457B-A42D-5FC11DBDCBA1}" dt="2026-10-01T12:45:20.124" v="713" actId="108"/>
          <ac:spMkLst>
            <pc:docMk/>
            <pc:sldMk cId="3867239618" sldId="258"/>
            <ac:spMk id="18" creationId="{DC41A676-D325-E833-A6EC-8117ECF5F043}"/>
          </ac:spMkLst>
        </pc:spChg>
        <pc:spChg chg="del mod">
          <ac:chgData name="Pedro Lucas de Oliveira" userId="decf2ebc-4f1b-4875-9cd3-eb66623e709f" providerId="ADAL" clId="{D4888E3A-4B92-457B-A42D-5FC11DBDCBA1}" dt="2026-10-01T12:33:03.325" v="276" actId="478"/>
          <ac:spMkLst>
            <pc:docMk/>
            <pc:sldMk cId="3867239618" sldId="258"/>
            <ac:spMk id="20" creationId="{10112B6D-A183-12BE-22EE-2043C92C1D50}"/>
          </ac:spMkLst>
        </pc:spChg>
        <pc:spChg chg="mod">
          <ac:chgData name="Pedro Lucas de Oliveira" userId="decf2ebc-4f1b-4875-9cd3-eb66623e709f" providerId="ADAL" clId="{D4888E3A-4B92-457B-A42D-5FC11DBDCBA1}" dt="2026-10-01T12:42:43.783" v="537" actId="1076"/>
          <ac:spMkLst>
            <pc:docMk/>
            <pc:sldMk cId="3867239618" sldId="258"/>
            <ac:spMk id="33" creationId="{6E9FE4AE-EF0D-3845-D162-FCC64130EB5A}"/>
          </ac:spMkLst>
        </pc:spChg>
        <pc:spChg chg="del">
          <ac:chgData name="Pedro Lucas de Oliveira" userId="decf2ebc-4f1b-4875-9cd3-eb66623e709f" providerId="ADAL" clId="{D4888E3A-4B92-457B-A42D-5FC11DBDCBA1}" dt="2026-10-01T11:38:51.123" v="113" actId="478"/>
          <ac:spMkLst>
            <pc:docMk/>
            <pc:sldMk cId="3867239618" sldId="258"/>
            <ac:spMk id="75" creationId="{E4573D8A-BC6C-5F60-5899-79EFD74AF655}"/>
          </ac:spMkLst>
        </pc:spChg>
        <pc:grpChg chg="add mod ord">
          <ac:chgData name="Pedro Lucas de Oliveira" userId="decf2ebc-4f1b-4875-9cd3-eb66623e709f" providerId="ADAL" clId="{D4888E3A-4B92-457B-A42D-5FC11DBDCBA1}" dt="2026-10-01T11:42:37.616" v="185" actId="167"/>
          <ac:grpSpMkLst>
            <pc:docMk/>
            <pc:sldMk cId="3867239618" sldId="258"/>
            <ac:grpSpMk id="4" creationId="{92AA1491-53CA-C708-08F6-C7EE1F69A730}"/>
          </ac:grpSpMkLst>
        </pc:grpChg>
        <pc:grpChg chg="add mod">
          <ac:chgData name="Pedro Lucas de Oliveira" userId="decf2ebc-4f1b-4875-9cd3-eb66623e709f" providerId="ADAL" clId="{D4888E3A-4B92-457B-A42D-5FC11DBDCBA1}" dt="2026-10-01T12:35:04.403" v="366" actId="1076"/>
          <ac:grpSpMkLst>
            <pc:docMk/>
            <pc:sldMk cId="3867239618" sldId="258"/>
            <ac:grpSpMk id="17" creationId="{C4D7A007-9BFC-7D77-DC99-56B25EDB8689}"/>
          </ac:grpSpMkLst>
        </pc:grpChg>
        <pc:grpChg chg="add mod">
          <ac:chgData name="Pedro Lucas de Oliveira" userId="decf2ebc-4f1b-4875-9cd3-eb66623e709f" providerId="ADAL" clId="{D4888E3A-4B92-457B-A42D-5FC11DBDCBA1}" dt="2026-10-01T12:35:08.682" v="367" actId="1076"/>
          <ac:grpSpMkLst>
            <pc:docMk/>
            <pc:sldMk cId="3867239618" sldId="258"/>
            <ac:grpSpMk id="19" creationId="{29BFDA6B-40E0-9FD6-A8F3-516602C20765}"/>
          </ac:grpSpMkLst>
        </pc:grpChg>
      </pc:sldChg>
      <pc:sldChg chg="addSp delSp modSp mod">
        <pc:chgData name="Pedro Lucas de Oliveira" userId="decf2ebc-4f1b-4875-9cd3-eb66623e709f" providerId="ADAL" clId="{D4888E3A-4B92-457B-A42D-5FC11DBDCBA1}" dt="2026-10-01T12:45:46.116" v="729" actId="164"/>
        <pc:sldMkLst>
          <pc:docMk/>
          <pc:sldMk cId="2851914526" sldId="259"/>
        </pc:sldMkLst>
        <pc:spChg chg="del">
          <ac:chgData name="Pedro Lucas de Oliveira" userId="decf2ebc-4f1b-4875-9cd3-eb66623e709f" providerId="ADAL" clId="{D4888E3A-4B92-457B-A42D-5FC11DBDCBA1}" dt="2026-10-01T11:38:52.781" v="114" actId="478"/>
          <ac:spMkLst>
            <pc:docMk/>
            <pc:sldMk cId="2851914526" sldId="259"/>
            <ac:spMk id="2" creationId="{C3C47737-73D5-9728-85D2-30A3B7A3AFEC}"/>
          </ac:spMkLst>
        </pc:spChg>
        <pc:spChg chg="mod">
          <ac:chgData name="Pedro Lucas de Oliveira" userId="decf2ebc-4f1b-4875-9cd3-eb66623e709f" providerId="ADAL" clId="{D4888E3A-4B92-457B-A42D-5FC11DBDCBA1}" dt="2026-10-01T11:42:29.091" v="183"/>
          <ac:spMkLst>
            <pc:docMk/>
            <pc:sldMk cId="2851914526" sldId="259"/>
            <ac:spMk id="4" creationId="{B6187A41-7805-115C-C493-F89C987CCD24}"/>
          </ac:spMkLst>
        </pc:spChg>
        <pc:spChg chg="mod">
          <ac:chgData name="Pedro Lucas de Oliveira" userId="decf2ebc-4f1b-4875-9cd3-eb66623e709f" providerId="ADAL" clId="{D4888E3A-4B92-457B-A42D-5FC11DBDCBA1}" dt="2026-10-01T11:42:29.091" v="183"/>
          <ac:spMkLst>
            <pc:docMk/>
            <pc:sldMk cId="2851914526" sldId="259"/>
            <ac:spMk id="5" creationId="{84B3FBD7-A63C-8CE1-00B2-87D1B57D512F}"/>
          </ac:spMkLst>
        </pc:spChg>
        <pc:spChg chg="mod">
          <ac:chgData name="Pedro Lucas de Oliveira" userId="decf2ebc-4f1b-4875-9cd3-eb66623e709f" providerId="ADAL" clId="{D4888E3A-4B92-457B-A42D-5FC11DBDCBA1}" dt="2026-10-01T11:42:29.091" v="183"/>
          <ac:spMkLst>
            <pc:docMk/>
            <pc:sldMk cId="2851914526" sldId="259"/>
            <ac:spMk id="6" creationId="{DA14B2C4-93D2-E1B0-F10E-814F88B419F3}"/>
          </ac:spMkLst>
        </pc:spChg>
        <pc:spChg chg="add mod">
          <ac:chgData name="Pedro Lucas de Oliveira" userId="decf2ebc-4f1b-4875-9cd3-eb66623e709f" providerId="ADAL" clId="{D4888E3A-4B92-457B-A42D-5FC11DBDCBA1}" dt="2026-10-01T12:45:37.740" v="727"/>
          <ac:spMkLst>
            <pc:docMk/>
            <pc:sldMk cId="2851914526" sldId="259"/>
            <ac:spMk id="7" creationId="{937D19D9-72D9-B196-A44B-5BE5F2A54D4C}"/>
          </ac:spMkLst>
        </pc:spChg>
        <pc:spChg chg="mod">
          <ac:chgData name="Pedro Lucas de Oliveira" userId="decf2ebc-4f1b-4875-9cd3-eb66623e709f" providerId="ADAL" clId="{D4888E3A-4B92-457B-A42D-5FC11DBDCBA1}" dt="2026-10-01T12:45:37.740" v="727"/>
          <ac:spMkLst>
            <pc:docMk/>
            <pc:sldMk cId="2851914526" sldId="259"/>
            <ac:spMk id="14" creationId="{1E3760D4-8E32-7EAE-4676-5022F41714A0}"/>
          </ac:spMkLst>
        </pc:spChg>
        <pc:spChg chg="mod">
          <ac:chgData name="Pedro Lucas de Oliveira" userId="decf2ebc-4f1b-4875-9cd3-eb66623e709f" providerId="ADAL" clId="{D4888E3A-4B92-457B-A42D-5FC11DBDCBA1}" dt="2026-10-01T12:45:37.740" v="727"/>
          <ac:spMkLst>
            <pc:docMk/>
            <pc:sldMk cId="2851914526" sldId="259"/>
            <ac:spMk id="16" creationId="{13B84FED-6890-41A4-F689-F047FC18BCFA}"/>
          </ac:spMkLst>
        </pc:spChg>
        <pc:spChg chg="mod">
          <ac:chgData name="Pedro Lucas de Oliveira" userId="decf2ebc-4f1b-4875-9cd3-eb66623e709f" providerId="ADAL" clId="{D4888E3A-4B92-457B-A42D-5FC11DBDCBA1}" dt="2026-10-01T12:45:37.740" v="727"/>
          <ac:spMkLst>
            <pc:docMk/>
            <pc:sldMk cId="2851914526" sldId="259"/>
            <ac:spMk id="18" creationId="{DEA8EA78-4944-BD2B-1C2D-88C0C8B4F26B}"/>
          </ac:spMkLst>
        </pc:spChg>
        <pc:spChg chg="mod">
          <ac:chgData name="Pedro Lucas de Oliveira" userId="decf2ebc-4f1b-4875-9cd3-eb66623e709f" providerId="ADAL" clId="{D4888E3A-4B92-457B-A42D-5FC11DBDCBA1}" dt="2026-10-01T12:45:46.116" v="729" actId="164"/>
          <ac:spMkLst>
            <pc:docMk/>
            <pc:sldMk cId="2851914526" sldId="259"/>
            <ac:spMk id="30" creationId="{B4AC7AB5-5321-BEB2-D87F-3C0E9E03E29F}"/>
          </ac:spMkLst>
        </pc:spChg>
        <pc:spChg chg="mod">
          <ac:chgData name="Pedro Lucas de Oliveira" userId="decf2ebc-4f1b-4875-9cd3-eb66623e709f" providerId="ADAL" clId="{D4888E3A-4B92-457B-A42D-5FC11DBDCBA1}" dt="2026-10-01T12:42:54.762" v="542" actId="1076"/>
          <ac:spMkLst>
            <pc:docMk/>
            <pc:sldMk cId="2851914526" sldId="259"/>
            <ac:spMk id="31" creationId="{62EAC0DB-8BEB-9FD1-AE1A-3C35FB90A441}"/>
          </ac:spMkLst>
        </pc:spChg>
        <pc:spChg chg="mod">
          <ac:chgData name="Pedro Lucas de Oliveira" userId="decf2ebc-4f1b-4875-9cd3-eb66623e709f" providerId="ADAL" clId="{D4888E3A-4B92-457B-A42D-5FC11DBDCBA1}" dt="2026-10-01T12:45:42.137" v="728" actId="164"/>
          <ac:spMkLst>
            <pc:docMk/>
            <pc:sldMk cId="2851914526" sldId="259"/>
            <ac:spMk id="33" creationId="{67479E83-D2FE-B678-EDAF-34EB3AF901EA}"/>
          </ac:spMkLst>
        </pc:spChg>
        <pc:spChg chg="mod">
          <ac:chgData name="Pedro Lucas de Oliveira" userId="decf2ebc-4f1b-4875-9cd3-eb66623e709f" providerId="ADAL" clId="{D4888E3A-4B92-457B-A42D-5FC11DBDCBA1}" dt="2026-10-01T12:45:46.116" v="729" actId="164"/>
          <ac:spMkLst>
            <pc:docMk/>
            <pc:sldMk cId="2851914526" sldId="259"/>
            <ac:spMk id="37" creationId="{37A0E2AC-E042-D774-C28B-2467AD578F04}"/>
          </ac:spMkLst>
        </pc:spChg>
        <pc:spChg chg="mod">
          <ac:chgData name="Pedro Lucas de Oliveira" userId="decf2ebc-4f1b-4875-9cd3-eb66623e709f" providerId="ADAL" clId="{D4888E3A-4B92-457B-A42D-5FC11DBDCBA1}" dt="2026-10-01T12:45:42.137" v="728" actId="164"/>
          <ac:spMkLst>
            <pc:docMk/>
            <pc:sldMk cId="2851914526" sldId="259"/>
            <ac:spMk id="45" creationId="{08C3BDF5-0B20-A341-6C94-F24F5C0349B6}"/>
          </ac:spMkLst>
        </pc:spChg>
        <pc:spChg chg="del">
          <ac:chgData name="Pedro Lucas de Oliveira" userId="decf2ebc-4f1b-4875-9cd3-eb66623e709f" providerId="ADAL" clId="{D4888E3A-4B92-457B-A42D-5FC11DBDCBA1}" dt="2026-10-01T11:38:53.294" v="115" actId="478"/>
          <ac:spMkLst>
            <pc:docMk/>
            <pc:sldMk cId="2851914526" sldId="259"/>
            <ac:spMk id="75" creationId="{6FBA34B5-6300-27CA-4688-3A9DAFA28035}"/>
          </ac:spMkLst>
        </pc:spChg>
        <pc:grpChg chg="add mod ord">
          <ac:chgData name="Pedro Lucas de Oliveira" userId="decf2ebc-4f1b-4875-9cd3-eb66623e709f" providerId="ADAL" clId="{D4888E3A-4B92-457B-A42D-5FC11DBDCBA1}" dt="2026-10-01T12:42:51.266" v="541" actId="1076"/>
          <ac:grpSpMkLst>
            <pc:docMk/>
            <pc:sldMk cId="2851914526" sldId="259"/>
            <ac:grpSpMk id="3" creationId="{89C6F816-872A-8E14-3DB5-106499F595AE}"/>
          </ac:grpSpMkLst>
        </pc:grpChg>
        <pc:grpChg chg="add mod">
          <ac:chgData name="Pedro Lucas de Oliveira" userId="decf2ebc-4f1b-4875-9cd3-eb66623e709f" providerId="ADAL" clId="{D4888E3A-4B92-457B-A42D-5FC11DBDCBA1}" dt="2026-10-01T12:45:42.137" v="728" actId="164"/>
          <ac:grpSpMkLst>
            <pc:docMk/>
            <pc:sldMk cId="2851914526" sldId="259"/>
            <ac:grpSpMk id="8" creationId="{DA458E46-F5B3-C26C-6D26-241567F43B89}"/>
          </ac:grpSpMkLst>
        </pc:grpChg>
        <pc:grpChg chg="add mod">
          <ac:chgData name="Pedro Lucas de Oliveira" userId="decf2ebc-4f1b-4875-9cd3-eb66623e709f" providerId="ADAL" clId="{D4888E3A-4B92-457B-A42D-5FC11DBDCBA1}" dt="2026-10-01T12:45:46.116" v="729" actId="164"/>
          <ac:grpSpMkLst>
            <pc:docMk/>
            <pc:sldMk cId="2851914526" sldId="259"/>
            <ac:grpSpMk id="9" creationId="{9428117B-4492-40D4-C30D-8C84D07AB24A}"/>
          </ac:grpSpMkLst>
        </pc:gr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62981" y="1683804"/>
            <a:ext cx="13577888" cy="3581953"/>
          </a:xfrm>
        </p:spPr>
        <p:txBody>
          <a:bodyPr anchor="b"/>
          <a:lstStyle>
            <a:lvl1pPr algn="ctr">
              <a:defRPr sz="8909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62981" y="5403891"/>
            <a:ext cx="13577888" cy="2484026"/>
          </a:xfrm>
        </p:spPr>
        <p:txBody>
          <a:bodyPr/>
          <a:lstStyle>
            <a:lvl1pPr marL="0" indent="0" algn="ctr">
              <a:buNone/>
              <a:defRPr sz="3564"/>
            </a:lvl1pPr>
            <a:lvl2pPr marL="678896" indent="0" algn="ctr">
              <a:buNone/>
              <a:defRPr sz="2970"/>
            </a:lvl2pPr>
            <a:lvl3pPr marL="1357793" indent="0" algn="ctr">
              <a:buNone/>
              <a:defRPr sz="2673"/>
            </a:lvl3pPr>
            <a:lvl4pPr marL="2036689" indent="0" algn="ctr">
              <a:buNone/>
              <a:defRPr sz="2376"/>
            </a:lvl4pPr>
            <a:lvl5pPr marL="2715585" indent="0" algn="ctr">
              <a:buNone/>
              <a:defRPr sz="2376"/>
            </a:lvl5pPr>
            <a:lvl6pPr marL="3394481" indent="0" algn="ctr">
              <a:buNone/>
              <a:defRPr sz="2376"/>
            </a:lvl6pPr>
            <a:lvl7pPr marL="4073378" indent="0" algn="ctr">
              <a:buNone/>
              <a:defRPr sz="2376"/>
            </a:lvl7pPr>
            <a:lvl8pPr marL="4752274" indent="0" algn="ctr">
              <a:buNone/>
              <a:defRPr sz="2376"/>
            </a:lvl8pPr>
            <a:lvl9pPr marL="5431170" indent="0" algn="ctr">
              <a:buNone/>
              <a:defRPr sz="2376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D5E29-0138-401D-91DA-BF5820314BC8}" type="datetimeFigureOut">
              <a:rPr lang="pt-BR" smtClean="0"/>
              <a:t>01/10/2026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297F6-00F6-44F3-BB71-4EA1B1AD9F9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12173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D5E29-0138-401D-91DA-BF5820314BC8}" type="datetimeFigureOut">
              <a:rPr lang="pt-BR" smtClean="0"/>
              <a:t>01/10/2026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297F6-00F6-44F3-BB71-4EA1B1AD9F9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156582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5210" y="2565004"/>
            <a:ext cx="15614571" cy="4279766"/>
          </a:xfrm>
        </p:spPr>
        <p:txBody>
          <a:bodyPr anchor="b"/>
          <a:lstStyle>
            <a:lvl1pPr>
              <a:defRPr sz="8909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5210" y="6885258"/>
            <a:ext cx="15614571" cy="2250628"/>
          </a:xfrm>
        </p:spPr>
        <p:txBody>
          <a:bodyPr/>
          <a:lstStyle>
            <a:lvl1pPr marL="0" indent="0">
              <a:buNone/>
              <a:defRPr sz="3564">
                <a:solidFill>
                  <a:schemeClr val="tx1">
                    <a:tint val="82000"/>
                  </a:schemeClr>
                </a:solidFill>
              </a:defRPr>
            </a:lvl1pPr>
            <a:lvl2pPr marL="678896" indent="0">
              <a:buNone/>
              <a:defRPr sz="2970">
                <a:solidFill>
                  <a:schemeClr val="tx1">
                    <a:tint val="82000"/>
                  </a:schemeClr>
                </a:solidFill>
              </a:defRPr>
            </a:lvl2pPr>
            <a:lvl3pPr marL="1357793" indent="0">
              <a:buNone/>
              <a:defRPr sz="2673">
                <a:solidFill>
                  <a:schemeClr val="tx1">
                    <a:tint val="82000"/>
                  </a:schemeClr>
                </a:solidFill>
              </a:defRPr>
            </a:lvl3pPr>
            <a:lvl4pPr marL="2036689" indent="0">
              <a:buNone/>
              <a:defRPr sz="2376">
                <a:solidFill>
                  <a:schemeClr val="tx1">
                    <a:tint val="82000"/>
                  </a:schemeClr>
                </a:solidFill>
              </a:defRPr>
            </a:lvl4pPr>
            <a:lvl5pPr marL="2715585" indent="0">
              <a:buNone/>
              <a:defRPr sz="2376">
                <a:solidFill>
                  <a:schemeClr val="tx1">
                    <a:tint val="82000"/>
                  </a:schemeClr>
                </a:solidFill>
              </a:defRPr>
            </a:lvl5pPr>
            <a:lvl6pPr marL="3394481" indent="0">
              <a:buNone/>
              <a:defRPr sz="2376">
                <a:solidFill>
                  <a:schemeClr val="tx1">
                    <a:tint val="82000"/>
                  </a:schemeClr>
                </a:solidFill>
              </a:defRPr>
            </a:lvl6pPr>
            <a:lvl7pPr marL="4073378" indent="0">
              <a:buNone/>
              <a:defRPr sz="2376">
                <a:solidFill>
                  <a:schemeClr val="tx1">
                    <a:tint val="82000"/>
                  </a:schemeClr>
                </a:solidFill>
              </a:defRPr>
            </a:lvl7pPr>
            <a:lvl8pPr marL="4752274" indent="0">
              <a:buNone/>
              <a:defRPr sz="2376">
                <a:solidFill>
                  <a:schemeClr val="tx1">
                    <a:tint val="82000"/>
                  </a:schemeClr>
                </a:solidFill>
              </a:defRPr>
            </a:lvl8pPr>
            <a:lvl9pPr marL="5431170" indent="0">
              <a:buNone/>
              <a:defRPr sz="2376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D5E29-0138-401D-91DA-BF5820314BC8}" type="datetimeFigureOut">
              <a:rPr lang="pt-BR" smtClean="0"/>
              <a:t>01/10/2026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297F6-00F6-44F3-BB71-4EA1B1AD9F9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736350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44640" y="2738860"/>
            <a:ext cx="7694136" cy="652801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65074" y="2738860"/>
            <a:ext cx="7694136" cy="652801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D5E29-0138-401D-91DA-BF5820314BC8}" type="datetimeFigureOut">
              <a:rPr lang="pt-BR" smtClean="0"/>
              <a:t>01/10/2026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297F6-00F6-44F3-BB71-4EA1B1AD9F9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67233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6998" y="547773"/>
            <a:ext cx="15614571" cy="1988651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46999" y="2522134"/>
            <a:ext cx="7658776" cy="1236059"/>
          </a:xfrm>
        </p:spPr>
        <p:txBody>
          <a:bodyPr anchor="b"/>
          <a:lstStyle>
            <a:lvl1pPr marL="0" indent="0">
              <a:buNone/>
              <a:defRPr sz="3564" b="1"/>
            </a:lvl1pPr>
            <a:lvl2pPr marL="678896" indent="0">
              <a:buNone/>
              <a:defRPr sz="2970" b="1"/>
            </a:lvl2pPr>
            <a:lvl3pPr marL="1357793" indent="0">
              <a:buNone/>
              <a:defRPr sz="2673" b="1"/>
            </a:lvl3pPr>
            <a:lvl4pPr marL="2036689" indent="0">
              <a:buNone/>
              <a:defRPr sz="2376" b="1"/>
            </a:lvl4pPr>
            <a:lvl5pPr marL="2715585" indent="0">
              <a:buNone/>
              <a:defRPr sz="2376" b="1"/>
            </a:lvl5pPr>
            <a:lvl6pPr marL="3394481" indent="0">
              <a:buNone/>
              <a:defRPr sz="2376" b="1"/>
            </a:lvl6pPr>
            <a:lvl7pPr marL="4073378" indent="0">
              <a:buNone/>
              <a:defRPr sz="2376" b="1"/>
            </a:lvl7pPr>
            <a:lvl8pPr marL="4752274" indent="0">
              <a:buNone/>
              <a:defRPr sz="2376" b="1"/>
            </a:lvl8pPr>
            <a:lvl9pPr marL="5431170" indent="0">
              <a:buNone/>
              <a:defRPr sz="2376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46999" y="3758193"/>
            <a:ext cx="7658776" cy="552773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165074" y="2522134"/>
            <a:ext cx="7696494" cy="1236059"/>
          </a:xfrm>
        </p:spPr>
        <p:txBody>
          <a:bodyPr anchor="b"/>
          <a:lstStyle>
            <a:lvl1pPr marL="0" indent="0">
              <a:buNone/>
              <a:defRPr sz="3564" b="1"/>
            </a:lvl1pPr>
            <a:lvl2pPr marL="678896" indent="0">
              <a:buNone/>
              <a:defRPr sz="2970" b="1"/>
            </a:lvl2pPr>
            <a:lvl3pPr marL="1357793" indent="0">
              <a:buNone/>
              <a:defRPr sz="2673" b="1"/>
            </a:lvl3pPr>
            <a:lvl4pPr marL="2036689" indent="0">
              <a:buNone/>
              <a:defRPr sz="2376" b="1"/>
            </a:lvl4pPr>
            <a:lvl5pPr marL="2715585" indent="0">
              <a:buNone/>
              <a:defRPr sz="2376" b="1"/>
            </a:lvl5pPr>
            <a:lvl6pPr marL="3394481" indent="0">
              <a:buNone/>
              <a:defRPr sz="2376" b="1"/>
            </a:lvl6pPr>
            <a:lvl7pPr marL="4073378" indent="0">
              <a:buNone/>
              <a:defRPr sz="2376" b="1"/>
            </a:lvl7pPr>
            <a:lvl8pPr marL="4752274" indent="0">
              <a:buNone/>
              <a:defRPr sz="2376" b="1"/>
            </a:lvl8pPr>
            <a:lvl9pPr marL="5431170" indent="0">
              <a:buNone/>
              <a:defRPr sz="2376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165074" y="3758193"/>
            <a:ext cx="7696494" cy="552773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D5E29-0138-401D-91DA-BF5820314BC8}" type="datetimeFigureOut">
              <a:rPr lang="pt-BR" smtClean="0"/>
              <a:t>01/10/2026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297F6-00F6-44F3-BB71-4EA1B1AD9F9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99611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D5E29-0138-401D-91DA-BF5820314BC8}" type="datetimeFigureOut">
              <a:rPr lang="pt-BR" smtClean="0"/>
              <a:t>01/10/2026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297F6-00F6-44F3-BB71-4EA1B1AD9F9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690778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D5E29-0138-401D-91DA-BF5820314BC8}" type="datetimeFigureOut">
              <a:rPr lang="pt-BR" smtClean="0"/>
              <a:t>01/10/2026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297F6-00F6-44F3-BB71-4EA1B1AD9F9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19586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6999" y="685906"/>
            <a:ext cx="5838962" cy="2400671"/>
          </a:xfrm>
        </p:spPr>
        <p:txBody>
          <a:bodyPr anchor="b"/>
          <a:lstStyle>
            <a:lvl1pPr>
              <a:defRPr sz="4752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96494" y="1481367"/>
            <a:ext cx="9165074" cy="7311566"/>
          </a:xfrm>
        </p:spPr>
        <p:txBody>
          <a:bodyPr/>
          <a:lstStyle>
            <a:lvl1pPr>
              <a:defRPr sz="4752"/>
            </a:lvl1pPr>
            <a:lvl2pPr>
              <a:defRPr sz="4158"/>
            </a:lvl2pPr>
            <a:lvl3pPr>
              <a:defRPr sz="3564"/>
            </a:lvl3pPr>
            <a:lvl4pPr>
              <a:defRPr sz="2970"/>
            </a:lvl4pPr>
            <a:lvl5pPr>
              <a:defRPr sz="2970"/>
            </a:lvl5pPr>
            <a:lvl6pPr>
              <a:defRPr sz="2970"/>
            </a:lvl6pPr>
            <a:lvl7pPr>
              <a:defRPr sz="2970"/>
            </a:lvl7pPr>
            <a:lvl8pPr>
              <a:defRPr sz="2970"/>
            </a:lvl8pPr>
            <a:lvl9pPr>
              <a:defRPr sz="297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46999" y="3086576"/>
            <a:ext cx="5838962" cy="5718265"/>
          </a:xfrm>
        </p:spPr>
        <p:txBody>
          <a:bodyPr/>
          <a:lstStyle>
            <a:lvl1pPr marL="0" indent="0">
              <a:buNone/>
              <a:defRPr sz="2376"/>
            </a:lvl1pPr>
            <a:lvl2pPr marL="678896" indent="0">
              <a:buNone/>
              <a:defRPr sz="2079"/>
            </a:lvl2pPr>
            <a:lvl3pPr marL="1357793" indent="0">
              <a:buNone/>
              <a:defRPr sz="1782"/>
            </a:lvl3pPr>
            <a:lvl4pPr marL="2036689" indent="0">
              <a:buNone/>
              <a:defRPr sz="1485"/>
            </a:lvl4pPr>
            <a:lvl5pPr marL="2715585" indent="0">
              <a:buNone/>
              <a:defRPr sz="1485"/>
            </a:lvl5pPr>
            <a:lvl6pPr marL="3394481" indent="0">
              <a:buNone/>
              <a:defRPr sz="1485"/>
            </a:lvl6pPr>
            <a:lvl7pPr marL="4073378" indent="0">
              <a:buNone/>
              <a:defRPr sz="1485"/>
            </a:lvl7pPr>
            <a:lvl8pPr marL="4752274" indent="0">
              <a:buNone/>
              <a:defRPr sz="1485"/>
            </a:lvl8pPr>
            <a:lvl9pPr marL="5431170" indent="0">
              <a:buNone/>
              <a:defRPr sz="1485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D5E29-0138-401D-91DA-BF5820314BC8}" type="datetimeFigureOut">
              <a:rPr lang="pt-BR" smtClean="0"/>
              <a:t>01/10/2026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297F6-00F6-44F3-BB71-4EA1B1AD9F9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954464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6999" y="685906"/>
            <a:ext cx="5838962" cy="2400671"/>
          </a:xfrm>
        </p:spPr>
        <p:txBody>
          <a:bodyPr anchor="b"/>
          <a:lstStyle>
            <a:lvl1pPr>
              <a:defRPr sz="4752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696494" y="1481367"/>
            <a:ext cx="9165074" cy="7311566"/>
          </a:xfrm>
        </p:spPr>
        <p:txBody>
          <a:bodyPr anchor="t"/>
          <a:lstStyle>
            <a:lvl1pPr marL="0" indent="0">
              <a:buNone/>
              <a:defRPr sz="4752"/>
            </a:lvl1pPr>
            <a:lvl2pPr marL="678896" indent="0">
              <a:buNone/>
              <a:defRPr sz="4158"/>
            </a:lvl2pPr>
            <a:lvl3pPr marL="1357793" indent="0">
              <a:buNone/>
              <a:defRPr sz="3564"/>
            </a:lvl3pPr>
            <a:lvl4pPr marL="2036689" indent="0">
              <a:buNone/>
              <a:defRPr sz="2970"/>
            </a:lvl4pPr>
            <a:lvl5pPr marL="2715585" indent="0">
              <a:buNone/>
              <a:defRPr sz="2970"/>
            </a:lvl5pPr>
            <a:lvl6pPr marL="3394481" indent="0">
              <a:buNone/>
              <a:defRPr sz="2970"/>
            </a:lvl6pPr>
            <a:lvl7pPr marL="4073378" indent="0">
              <a:buNone/>
              <a:defRPr sz="2970"/>
            </a:lvl7pPr>
            <a:lvl8pPr marL="4752274" indent="0">
              <a:buNone/>
              <a:defRPr sz="2970"/>
            </a:lvl8pPr>
            <a:lvl9pPr marL="5431170" indent="0">
              <a:buNone/>
              <a:defRPr sz="297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46999" y="3086576"/>
            <a:ext cx="5838962" cy="5718265"/>
          </a:xfrm>
        </p:spPr>
        <p:txBody>
          <a:bodyPr/>
          <a:lstStyle>
            <a:lvl1pPr marL="0" indent="0">
              <a:buNone/>
              <a:defRPr sz="2376"/>
            </a:lvl1pPr>
            <a:lvl2pPr marL="678896" indent="0">
              <a:buNone/>
              <a:defRPr sz="2079"/>
            </a:lvl2pPr>
            <a:lvl3pPr marL="1357793" indent="0">
              <a:buNone/>
              <a:defRPr sz="1782"/>
            </a:lvl3pPr>
            <a:lvl4pPr marL="2036689" indent="0">
              <a:buNone/>
              <a:defRPr sz="1485"/>
            </a:lvl4pPr>
            <a:lvl5pPr marL="2715585" indent="0">
              <a:buNone/>
              <a:defRPr sz="1485"/>
            </a:lvl5pPr>
            <a:lvl6pPr marL="3394481" indent="0">
              <a:buNone/>
              <a:defRPr sz="1485"/>
            </a:lvl6pPr>
            <a:lvl7pPr marL="4073378" indent="0">
              <a:buNone/>
              <a:defRPr sz="1485"/>
            </a:lvl7pPr>
            <a:lvl8pPr marL="4752274" indent="0">
              <a:buNone/>
              <a:defRPr sz="1485"/>
            </a:lvl8pPr>
            <a:lvl9pPr marL="5431170" indent="0">
              <a:buNone/>
              <a:defRPr sz="1485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D5E29-0138-401D-91DA-BF5820314BC8}" type="datetimeFigureOut">
              <a:rPr lang="pt-BR" smtClean="0"/>
              <a:t>01/10/2026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297F6-00F6-44F3-BB71-4EA1B1AD9F9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183202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D5E29-0138-401D-91DA-BF5820314BC8}" type="datetimeFigureOut">
              <a:rPr lang="pt-BR" smtClean="0"/>
              <a:t>01/10/2026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297F6-00F6-44F3-BB71-4EA1B1AD9F9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64350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955567" y="547772"/>
            <a:ext cx="3903643" cy="8719103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44640" y="547772"/>
            <a:ext cx="11484630" cy="8719103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D5E29-0138-401D-91DA-BF5820314BC8}" type="datetimeFigureOut">
              <a:rPr lang="pt-BR" smtClean="0"/>
              <a:t>01/10/2026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297F6-00F6-44F3-BB71-4EA1B1AD9F9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825097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44640" y="547773"/>
            <a:ext cx="15614571" cy="19886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44640" y="2738860"/>
            <a:ext cx="15614571" cy="65280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44640" y="9535998"/>
            <a:ext cx="4073366" cy="5477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8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BD5E29-0138-401D-91DA-BF5820314BC8}" type="datetimeFigureOut">
              <a:rPr lang="pt-BR" smtClean="0"/>
              <a:t>01/10/2026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96901" y="9535998"/>
            <a:ext cx="6110049" cy="5477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8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785844" y="9535998"/>
            <a:ext cx="4073366" cy="5477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8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D297F6-00F6-44F3-BB71-4EA1B1AD9F9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713062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357793" rtl="0" eaLnBrk="1" latinLnBrk="0" hangingPunct="1">
        <a:lnSpc>
          <a:spcPct val="90000"/>
        </a:lnSpc>
        <a:spcBef>
          <a:spcPct val="0"/>
        </a:spcBef>
        <a:buNone/>
        <a:defRPr sz="653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39448" indent="-339448" algn="l" defTabSz="1357793" rtl="0" eaLnBrk="1" latinLnBrk="0" hangingPunct="1">
        <a:lnSpc>
          <a:spcPct val="90000"/>
        </a:lnSpc>
        <a:spcBef>
          <a:spcPts val="1485"/>
        </a:spcBef>
        <a:buFont typeface="Arial" panose="020B0604020202020204" pitchFamily="34" charset="0"/>
        <a:buChar char="•"/>
        <a:defRPr sz="4158" kern="1200">
          <a:solidFill>
            <a:schemeClr val="tx1"/>
          </a:solidFill>
          <a:latin typeface="+mn-lt"/>
          <a:ea typeface="+mn-ea"/>
          <a:cs typeface="+mn-cs"/>
        </a:defRPr>
      </a:lvl1pPr>
      <a:lvl2pPr marL="1018344" indent="-339448" algn="l" defTabSz="1357793" rtl="0" eaLnBrk="1" latinLnBrk="0" hangingPunct="1">
        <a:lnSpc>
          <a:spcPct val="90000"/>
        </a:lnSpc>
        <a:spcBef>
          <a:spcPts val="742"/>
        </a:spcBef>
        <a:buFont typeface="Arial" panose="020B0604020202020204" pitchFamily="34" charset="0"/>
        <a:buChar char="•"/>
        <a:defRPr sz="3564" kern="1200">
          <a:solidFill>
            <a:schemeClr val="tx1"/>
          </a:solidFill>
          <a:latin typeface="+mn-lt"/>
          <a:ea typeface="+mn-ea"/>
          <a:cs typeface="+mn-cs"/>
        </a:defRPr>
      </a:lvl2pPr>
      <a:lvl3pPr marL="1697241" indent="-339448" algn="l" defTabSz="1357793" rtl="0" eaLnBrk="1" latinLnBrk="0" hangingPunct="1">
        <a:lnSpc>
          <a:spcPct val="90000"/>
        </a:lnSpc>
        <a:spcBef>
          <a:spcPts val="742"/>
        </a:spcBef>
        <a:buFont typeface="Arial" panose="020B0604020202020204" pitchFamily="34" charset="0"/>
        <a:buChar char="•"/>
        <a:defRPr sz="2970" kern="1200">
          <a:solidFill>
            <a:schemeClr val="tx1"/>
          </a:solidFill>
          <a:latin typeface="+mn-lt"/>
          <a:ea typeface="+mn-ea"/>
          <a:cs typeface="+mn-cs"/>
        </a:defRPr>
      </a:lvl3pPr>
      <a:lvl4pPr marL="2376137" indent="-339448" algn="l" defTabSz="1357793" rtl="0" eaLnBrk="1" latinLnBrk="0" hangingPunct="1">
        <a:lnSpc>
          <a:spcPct val="90000"/>
        </a:lnSpc>
        <a:spcBef>
          <a:spcPts val="742"/>
        </a:spcBef>
        <a:buFont typeface="Arial" panose="020B0604020202020204" pitchFamily="34" charset="0"/>
        <a:buChar char="•"/>
        <a:defRPr sz="2673" kern="1200">
          <a:solidFill>
            <a:schemeClr val="tx1"/>
          </a:solidFill>
          <a:latin typeface="+mn-lt"/>
          <a:ea typeface="+mn-ea"/>
          <a:cs typeface="+mn-cs"/>
        </a:defRPr>
      </a:lvl4pPr>
      <a:lvl5pPr marL="3055033" indent="-339448" algn="l" defTabSz="1357793" rtl="0" eaLnBrk="1" latinLnBrk="0" hangingPunct="1">
        <a:lnSpc>
          <a:spcPct val="90000"/>
        </a:lnSpc>
        <a:spcBef>
          <a:spcPts val="742"/>
        </a:spcBef>
        <a:buFont typeface="Arial" panose="020B0604020202020204" pitchFamily="34" charset="0"/>
        <a:buChar char="•"/>
        <a:defRPr sz="2673" kern="1200">
          <a:solidFill>
            <a:schemeClr val="tx1"/>
          </a:solidFill>
          <a:latin typeface="+mn-lt"/>
          <a:ea typeface="+mn-ea"/>
          <a:cs typeface="+mn-cs"/>
        </a:defRPr>
      </a:lvl5pPr>
      <a:lvl6pPr marL="3733930" indent="-339448" algn="l" defTabSz="1357793" rtl="0" eaLnBrk="1" latinLnBrk="0" hangingPunct="1">
        <a:lnSpc>
          <a:spcPct val="90000"/>
        </a:lnSpc>
        <a:spcBef>
          <a:spcPts val="742"/>
        </a:spcBef>
        <a:buFont typeface="Arial" panose="020B0604020202020204" pitchFamily="34" charset="0"/>
        <a:buChar char="•"/>
        <a:defRPr sz="2673" kern="1200">
          <a:solidFill>
            <a:schemeClr val="tx1"/>
          </a:solidFill>
          <a:latin typeface="+mn-lt"/>
          <a:ea typeface="+mn-ea"/>
          <a:cs typeface="+mn-cs"/>
        </a:defRPr>
      </a:lvl6pPr>
      <a:lvl7pPr marL="4412826" indent="-339448" algn="l" defTabSz="1357793" rtl="0" eaLnBrk="1" latinLnBrk="0" hangingPunct="1">
        <a:lnSpc>
          <a:spcPct val="90000"/>
        </a:lnSpc>
        <a:spcBef>
          <a:spcPts val="742"/>
        </a:spcBef>
        <a:buFont typeface="Arial" panose="020B0604020202020204" pitchFamily="34" charset="0"/>
        <a:buChar char="•"/>
        <a:defRPr sz="2673" kern="1200">
          <a:solidFill>
            <a:schemeClr val="tx1"/>
          </a:solidFill>
          <a:latin typeface="+mn-lt"/>
          <a:ea typeface="+mn-ea"/>
          <a:cs typeface="+mn-cs"/>
        </a:defRPr>
      </a:lvl7pPr>
      <a:lvl8pPr marL="5091722" indent="-339448" algn="l" defTabSz="1357793" rtl="0" eaLnBrk="1" latinLnBrk="0" hangingPunct="1">
        <a:lnSpc>
          <a:spcPct val="90000"/>
        </a:lnSpc>
        <a:spcBef>
          <a:spcPts val="742"/>
        </a:spcBef>
        <a:buFont typeface="Arial" panose="020B0604020202020204" pitchFamily="34" charset="0"/>
        <a:buChar char="•"/>
        <a:defRPr sz="2673" kern="1200">
          <a:solidFill>
            <a:schemeClr val="tx1"/>
          </a:solidFill>
          <a:latin typeface="+mn-lt"/>
          <a:ea typeface="+mn-ea"/>
          <a:cs typeface="+mn-cs"/>
        </a:defRPr>
      </a:lvl8pPr>
      <a:lvl9pPr marL="5770618" indent="-339448" algn="l" defTabSz="1357793" rtl="0" eaLnBrk="1" latinLnBrk="0" hangingPunct="1">
        <a:lnSpc>
          <a:spcPct val="90000"/>
        </a:lnSpc>
        <a:spcBef>
          <a:spcPts val="742"/>
        </a:spcBef>
        <a:buFont typeface="Arial" panose="020B0604020202020204" pitchFamily="34" charset="0"/>
        <a:buChar char="•"/>
        <a:defRPr sz="267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57793" rtl="0" eaLnBrk="1" latinLnBrk="0" hangingPunct="1">
        <a:defRPr sz="2673" kern="1200">
          <a:solidFill>
            <a:schemeClr val="tx1"/>
          </a:solidFill>
          <a:latin typeface="+mn-lt"/>
          <a:ea typeface="+mn-ea"/>
          <a:cs typeface="+mn-cs"/>
        </a:defRPr>
      </a:lvl1pPr>
      <a:lvl2pPr marL="678896" algn="l" defTabSz="1357793" rtl="0" eaLnBrk="1" latinLnBrk="0" hangingPunct="1">
        <a:defRPr sz="2673" kern="1200">
          <a:solidFill>
            <a:schemeClr val="tx1"/>
          </a:solidFill>
          <a:latin typeface="+mn-lt"/>
          <a:ea typeface="+mn-ea"/>
          <a:cs typeface="+mn-cs"/>
        </a:defRPr>
      </a:lvl2pPr>
      <a:lvl3pPr marL="1357793" algn="l" defTabSz="1357793" rtl="0" eaLnBrk="1" latinLnBrk="0" hangingPunct="1">
        <a:defRPr sz="2673" kern="1200">
          <a:solidFill>
            <a:schemeClr val="tx1"/>
          </a:solidFill>
          <a:latin typeface="+mn-lt"/>
          <a:ea typeface="+mn-ea"/>
          <a:cs typeface="+mn-cs"/>
        </a:defRPr>
      </a:lvl3pPr>
      <a:lvl4pPr marL="2036689" algn="l" defTabSz="1357793" rtl="0" eaLnBrk="1" latinLnBrk="0" hangingPunct="1">
        <a:defRPr sz="2673" kern="1200">
          <a:solidFill>
            <a:schemeClr val="tx1"/>
          </a:solidFill>
          <a:latin typeface="+mn-lt"/>
          <a:ea typeface="+mn-ea"/>
          <a:cs typeface="+mn-cs"/>
        </a:defRPr>
      </a:lvl4pPr>
      <a:lvl5pPr marL="2715585" algn="l" defTabSz="1357793" rtl="0" eaLnBrk="1" latinLnBrk="0" hangingPunct="1">
        <a:defRPr sz="2673" kern="1200">
          <a:solidFill>
            <a:schemeClr val="tx1"/>
          </a:solidFill>
          <a:latin typeface="+mn-lt"/>
          <a:ea typeface="+mn-ea"/>
          <a:cs typeface="+mn-cs"/>
        </a:defRPr>
      </a:lvl5pPr>
      <a:lvl6pPr marL="3394481" algn="l" defTabSz="1357793" rtl="0" eaLnBrk="1" latinLnBrk="0" hangingPunct="1">
        <a:defRPr sz="2673" kern="1200">
          <a:solidFill>
            <a:schemeClr val="tx1"/>
          </a:solidFill>
          <a:latin typeface="+mn-lt"/>
          <a:ea typeface="+mn-ea"/>
          <a:cs typeface="+mn-cs"/>
        </a:defRPr>
      </a:lvl6pPr>
      <a:lvl7pPr marL="4073378" algn="l" defTabSz="1357793" rtl="0" eaLnBrk="1" latinLnBrk="0" hangingPunct="1">
        <a:defRPr sz="2673" kern="1200">
          <a:solidFill>
            <a:schemeClr val="tx1"/>
          </a:solidFill>
          <a:latin typeface="+mn-lt"/>
          <a:ea typeface="+mn-ea"/>
          <a:cs typeface="+mn-cs"/>
        </a:defRPr>
      </a:lvl7pPr>
      <a:lvl8pPr marL="4752274" algn="l" defTabSz="1357793" rtl="0" eaLnBrk="1" latinLnBrk="0" hangingPunct="1">
        <a:defRPr sz="2673" kern="1200">
          <a:solidFill>
            <a:schemeClr val="tx1"/>
          </a:solidFill>
          <a:latin typeface="+mn-lt"/>
          <a:ea typeface="+mn-ea"/>
          <a:cs typeface="+mn-cs"/>
        </a:defRPr>
      </a:lvl8pPr>
      <a:lvl9pPr marL="5431170" algn="l" defTabSz="1357793" rtl="0" eaLnBrk="1" latinLnBrk="0" hangingPunct="1">
        <a:defRPr sz="267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E934607F-D5B4-3290-9B50-1141193DD2F9}"/>
              </a:ext>
            </a:extLst>
          </p:cNvPr>
          <p:cNvSpPr/>
          <p:nvPr/>
        </p:nvSpPr>
        <p:spPr>
          <a:xfrm>
            <a:off x="4556761" y="1315453"/>
            <a:ext cx="8587739" cy="5069305"/>
          </a:xfrm>
          <a:prstGeom prst="roundRect">
            <a:avLst>
              <a:gd name="adj" fmla="val 4686"/>
            </a:avLst>
          </a:prstGeom>
          <a:solidFill>
            <a:schemeClr val="bg1"/>
          </a:solidFill>
          <a:ln>
            <a:noFill/>
          </a:ln>
          <a:effectLst>
            <a:outerShdw blurRad="63500" dist="88900" dir="2820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2CA3F7F5-F460-9129-6D87-29DF621CDE3A}"/>
              </a:ext>
            </a:extLst>
          </p:cNvPr>
          <p:cNvSpPr/>
          <p:nvPr/>
        </p:nvSpPr>
        <p:spPr>
          <a:xfrm>
            <a:off x="350619" y="6638074"/>
            <a:ext cx="17536327" cy="3397950"/>
          </a:xfrm>
          <a:prstGeom prst="roundRect">
            <a:avLst>
              <a:gd name="adj" fmla="val 4686"/>
            </a:avLst>
          </a:prstGeom>
          <a:solidFill>
            <a:schemeClr val="bg1"/>
          </a:solidFill>
          <a:ln>
            <a:noFill/>
          </a:ln>
          <a:effectLst>
            <a:outerShdw blurRad="63500" dist="88900" dir="2820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08C377F6-D462-CFFD-6274-58C207846B69}"/>
              </a:ext>
            </a:extLst>
          </p:cNvPr>
          <p:cNvSpPr/>
          <p:nvPr/>
        </p:nvSpPr>
        <p:spPr>
          <a:xfrm>
            <a:off x="13388246" y="1315453"/>
            <a:ext cx="4498699" cy="5069305"/>
          </a:xfrm>
          <a:prstGeom prst="roundRect">
            <a:avLst>
              <a:gd name="adj" fmla="val 4686"/>
            </a:avLst>
          </a:prstGeom>
          <a:solidFill>
            <a:schemeClr val="bg1"/>
          </a:solidFill>
          <a:ln>
            <a:noFill/>
          </a:ln>
          <a:effectLst>
            <a:outerShdw blurRad="63500" dist="88900" dir="2820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CC8C5592-C679-34B3-42DE-C85D047BE0B4}"/>
              </a:ext>
            </a:extLst>
          </p:cNvPr>
          <p:cNvSpPr/>
          <p:nvPr/>
        </p:nvSpPr>
        <p:spPr>
          <a:xfrm>
            <a:off x="350615" y="1377386"/>
            <a:ext cx="3962399" cy="1523267"/>
          </a:xfrm>
          <a:prstGeom prst="roundRect">
            <a:avLst>
              <a:gd name="adj" fmla="val 4686"/>
            </a:avLst>
          </a:prstGeom>
          <a:solidFill>
            <a:schemeClr val="bg1"/>
          </a:solidFill>
          <a:ln>
            <a:noFill/>
          </a:ln>
          <a:effectLst>
            <a:outerShdw blurRad="63500" dist="88900" dir="2820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BD9CC499-AE4B-6B1B-C793-E0F1445793A2}"/>
              </a:ext>
            </a:extLst>
          </p:cNvPr>
          <p:cNvGrpSpPr/>
          <p:nvPr/>
        </p:nvGrpSpPr>
        <p:grpSpPr>
          <a:xfrm>
            <a:off x="0" y="5293"/>
            <a:ext cx="18103850" cy="1188508"/>
            <a:chOff x="0" y="5293"/>
            <a:chExt cx="18103850" cy="1188508"/>
          </a:xfrm>
        </p:grpSpPr>
        <p:sp>
          <p:nvSpPr>
            <p:cNvPr id="13" name="Retângulo 12">
              <a:extLst>
                <a:ext uri="{FF2B5EF4-FFF2-40B4-BE49-F238E27FC236}">
                  <a16:creationId xmlns:a16="http://schemas.microsoft.com/office/drawing/2014/main" id="{8D7E6951-012E-140E-CEB9-083D3FD8E9D9}"/>
                </a:ext>
              </a:extLst>
            </p:cNvPr>
            <p:cNvSpPr/>
            <p:nvPr/>
          </p:nvSpPr>
          <p:spPr>
            <a:xfrm>
              <a:off x="6099145" y="1033463"/>
              <a:ext cx="233395" cy="126999"/>
            </a:xfrm>
            <a:custGeom>
              <a:avLst/>
              <a:gdLst>
                <a:gd name="csX0" fmla="*/ 0 w 233395"/>
                <a:gd name="csY0" fmla="*/ 0 h 126999"/>
                <a:gd name="csX1" fmla="*/ 233395 w 233395"/>
                <a:gd name="csY1" fmla="*/ 0 h 126999"/>
                <a:gd name="csX2" fmla="*/ 104808 w 233395"/>
                <a:gd name="csY2" fmla="*/ 69849 h 126999"/>
                <a:gd name="csX3" fmla="*/ 0 w 233395"/>
                <a:gd name="csY3" fmla="*/ 126999 h 126999"/>
                <a:gd name="csX4" fmla="*/ 0 w 233395"/>
                <a:gd name="csY4" fmla="*/ 0 h 1269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33395" h="126999">
                  <a:moveTo>
                    <a:pt x="0" y="0"/>
                  </a:moveTo>
                  <a:lnTo>
                    <a:pt x="233395" y="0"/>
                  </a:lnTo>
                  <a:lnTo>
                    <a:pt x="104808" y="69849"/>
                  </a:lnTo>
                  <a:lnTo>
                    <a:pt x="0" y="1269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1" name="Retângulo 10">
              <a:extLst>
                <a:ext uri="{FF2B5EF4-FFF2-40B4-BE49-F238E27FC236}">
                  <a16:creationId xmlns:a16="http://schemas.microsoft.com/office/drawing/2014/main" id="{7AAFB90D-7F3C-CD1F-9143-5139A53DDCE2}"/>
                </a:ext>
              </a:extLst>
            </p:cNvPr>
            <p:cNvSpPr/>
            <p:nvPr/>
          </p:nvSpPr>
          <p:spPr>
            <a:xfrm>
              <a:off x="6092793" y="5293"/>
              <a:ext cx="12011057" cy="1048378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7589B568-7B70-492E-3E14-191EC8EB5EEF}"/>
                </a:ext>
              </a:extLst>
            </p:cNvPr>
            <p:cNvSpPr/>
            <p:nvPr/>
          </p:nvSpPr>
          <p:spPr>
            <a:xfrm>
              <a:off x="0" y="5293"/>
              <a:ext cx="7414358" cy="1188508"/>
            </a:xfrm>
            <a:custGeom>
              <a:avLst/>
              <a:gdLst>
                <a:gd name="csX0" fmla="*/ 0 w 6202680"/>
                <a:gd name="csY0" fmla="*/ 0 h 1075896"/>
                <a:gd name="csX1" fmla="*/ 6202680 w 6202680"/>
                <a:gd name="csY1" fmla="*/ 0 h 1075896"/>
                <a:gd name="csX2" fmla="*/ 5105400 w 6202680"/>
                <a:gd name="csY2" fmla="*/ 1045416 h 1075896"/>
                <a:gd name="csX3" fmla="*/ 0 w 6202680"/>
                <a:gd name="csY3" fmla="*/ 1075896 h 1075896"/>
                <a:gd name="csX4" fmla="*/ 0 w 6202680"/>
                <a:gd name="csY4" fmla="*/ 0 h 107589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202680" h="1075896">
                  <a:moveTo>
                    <a:pt x="0" y="0"/>
                  </a:moveTo>
                  <a:lnTo>
                    <a:pt x="6202680" y="0"/>
                  </a:lnTo>
                  <a:cubicBezTo>
                    <a:pt x="5836920" y="348472"/>
                    <a:pt x="5156200" y="102584"/>
                    <a:pt x="5105400" y="1045416"/>
                  </a:cubicBezTo>
                  <a:lnTo>
                    <a:pt x="0" y="107589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26" name="Retângulo 25">
            <a:extLst>
              <a:ext uri="{FF2B5EF4-FFF2-40B4-BE49-F238E27FC236}">
                <a16:creationId xmlns:a16="http://schemas.microsoft.com/office/drawing/2014/main" id="{E3F63FFE-1804-D7BF-8EC8-0403B865DADA}"/>
              </a:ext>
            </a:extLst>
          </p:cNvPr>
          <p:cNvSpPr/>
          <p:nvPr/>
        </p:nvSpPr>
        <p:spPr>
          <a:xfrm>
            <a:off x="350619" y="139468"/>
            <a:ext cx="4889500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pt-BR" sz="4400" b="1" cap="none" spc="50" dirty="0">
                <a:ln w="0"/>
                <a:solidFill>
                  <a:schemeClr val="bg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Resumo Geral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CA19C9A3-47EF-0AD2-7853-A627BCE48330}"/>
              </a:ext>
            </a:extLst>
          </p:cNvPr>
          <p:cNvSpPr/>
          <p:nvPr/>
        </p:nvSpPr>
        <p:spPr>
          <a:xfrm>
            <a:off x="350615" y="3084239"/>
            <a:ext cx="3962399" cy="1523267"/>
          </a:xfrm>
          <a:prstGeom prst="roundRect">
            <a:avLst>
              <a:gd name="adj" fmla="val 4686"/>
            </a:avLst>
          </a:prstGeom>
          <a:solidFill>
            <a:schemeClr val="bg1"/>
          </a:solidFill>
          <a:ln>
            <a:noFill/>
          </a:ln>
          <a:effectLst>
            <a:outerShdw blurRad="63500" dist="88900" dir="2820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EC4DC8D0-1EF9-76DF-DD53-5066E8826863}"/>
              </a:ext>
            </a:extLst>
          </p:cNvPr>
          <p:cNvSpPr/>
          <p:nvPr/>
        </p:nvSpPr>
        <p:spPr>
          <a:xfrm>
            <a:off x="350616" y="4861958"/>
            <a:ext cx="3962399" cy="1522800"/>
          </a:xfrm>
          <a:prstGeom prst="roundRect">
            <a:avLst>
              <a:gd name="adj" fmla="val 4686"/>
            </a:avLst>
          </a:prstGeom>
          <a:solidFill>
            <a:schemeClr val="bg1"/>
          </a:solidFill>
          <a:ln>
            <a:noFill/>
          </a:ln>
          <a:effectLst>
            <a:outerShdw blurRad="63500" dist="88900" dir="2820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51724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E45847-10AC-881C-E281-65BB90C063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Agrupar 3">
            <a:extLst>
              <a:ext uri="{FF2B5EF4-FFF2-40B4-BE49-F238E27FC236}">
                <a16:creationId xmlns:a16="http://schemas.microsoft.com/office/drawing/2014/main" id="{DE18E8E2-06C0-6B3C-650E-7D7E20B6BAC2}"/>
              </a:ext>
            </a:extLst>
          </p:cNvPr>
          <p:cNvGrpSpPr/>
          <p:nvPr/>
        </p:nvGrpSpPr>
        <p:grpSpPr>
          <a:xfrm>
            <a:off x="0" y="5293"/>
            <a:ext cx="18103850" cy="1188508"/>
            <a:chOff x="0" y="5293"/>
            <a:chExt cx="18103850" cy="1188508"/>
          </a:xfrm>
        </p:grpSpPr>
        <p:sp>
          <p:nvSpPr>
            <p:cNvPr id="6" name="Retângulo 12">
              <a:extLst>
                <a:ext uri="{FF2B5EF4-FFF2-40B4-BE49-F238E27FC236}">
                  <a16:creationId xmlns:a16="http://schemas.microsoft.com/office/drawing/2014/main" id="{3F120648-1438-B22A-D83A-614FBFB3A4CC}"/>
                </a:ext>
              </a:extLst>
            </p:cNvPr>
            <p:cNvSpPr/>
            <p:nvPr/>
          </p:nvSpPr>
          <p:spPr>
            <a:xfrm>
              <a:off x="6099145" y="1033463"/>
              <a:ext cx="233395" cy="126999"/>
            </a:xfrm>
            <a:custGeom>
              <a:avLst/>
              <a:gdLst>
                <a:gd name="csX0" fmla="*/ 0 w 233395"/>
                <a:gd name="csY0" fmla="*/ 0 h 126999"/>
                <a:gd name="csX1" fmla="*/ 233395 w 233395"/>
                <a:gd name="csY1" fmla="*/ 0 h 126999"/>
                <a:gd name="csX2" fmla="*/ 104808 w 233395"/>
                <a:gd name="csY2" fmla="*/ 69849 h 126999"/>
                <a:gd name="csX3" fmla="*/ 0 w 233395"/>
                <a:gd name="csY3" fmla="*/ 126999 h 126999"/>
                <a:gd name="csX4" fmla="*/ 0 w 233395"/>
                <a:gd name="csY4" fmla="*/ 0 h 1269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33395" h="126999">
                  <a:moveTo>
                    <a:pt x="0" y="0"/>
                  </a:moveTo>
                  <a:lnTo>
                    <a:pt x="233395" y="0"/>
                  </a:lnTo>
                  <a:lnTo>
                    <a:pt x="104808" y="69849"/>
                  </a:lnTo>
                  <a:lnTo>
                    <a:pt x="0" y="1269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8" name="Retângulo 7">
              <a:extLst>
                <a:ext uri="{FF2B5EF4-FFF2-40B4-BE49-F238E27FC236}">
                  <a16:creationId xmlns:a16="http://schemas.microsoft.com/office/drawing/2014/main" id="{8388B717-2703-90B6-D900-70C8D2C79ADB}"/>
                </a:ext>
              </a:extLst>
            </p:cNvPr>
            <p:cNvSpPr/>
            <p:nvPr/>
          </p:nvSpPr>
          <p:spPr>
            <a:xfrm>
              <a:off x="6092793" y="5293"/>
              <a:ext cx="12011057" cy="1048378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" name="Retângulo 5">
              <a:extLst>
                <a:ext uri="{FF2B5EF4-FFF2-40B4-BE49-F238E27FC236}">
                  <a16:creationId xmlns:a16="http://schemas.microsoft.com/office/drawing/2014/main" id="{72E67AA6-47A1-534A-DBF6-3BEE14262E04}"/>
                </a:ext>
              </a:extLst>
            </p:cNvPr>
            <p:cNvSpPr/>
            <p:nvPr/>
          </p:nvSpPr>
          <p:spPr>
            <a:xfrm>
              <a:off x="0" y="5293"/>
              <a:ext cx="7414358" cy="1188508"/>
            </a:xfrm>
            <a:custGeom>
              <a:avLst/>
              <a:gdLst>
                <a:gd name="csX0" fmla="*/ 0 w 6202680"/>
                <a:gd name="csY0" fmla="*/ 0 h 1075896"/>
                <a:gd name="csX1" fmla="*/ 6202680 w 6202680"/>
                <a:gd name="csY1" fmla="*/ 0 h 1075896"/>
                <a:gd name="csX2" fmla="*/ 5105400 w 6202680"/>
                <a:gd name="csY2" fmla="*/ 1045416 h 1075896"/>
                <a:gd name="csX3" fmla="*/ 0 w 6202680"/>
                <a:gd name="csY3" fmla="*/ 1075896 h 1075896"/>
                <a:gd name="csX4" fmla="*/ 0 w 6202680"/>
                <a:gd name="csY4" fmla="*/ 0 h 107589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202680" h="1075896">
                  <a:moveTo>
                    <a:pt x="0" y="0"/>
                  </a:moveTo>
                  <a:lnTo>
                    <a:pt x="6202680" y="0"/>
                  </a:lnTo>
                  <a:cubicBezTo>
                    <a:pt x="5836920" y="348472"/>
                    <a:pt x="5156200" y="102584"/>
                    <a:pt x="5105400" y="1045416"/>
                  </a:cubicBezTo>
                  <a:lnTo>
                    <a:pt x="0" y="107589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29" name="Retângulo 28">
            <a:extLst>
              <a:ext uri="{FF2B5EF4-FFF2-40B4-BE49-F238E27FC236}">
                <a16:creationId xmlns:a16="http://schemas.microsoft.com/office/drawing/2014/main" id="{4C2BC9B8-1640-8C90-7F2C-F3A59AD59C8E}"/>
              </a:ext>
            </a:extLst>
          </p:cNvPr>
          <p:cNvSpPr/>
          <p:nvPr/>
        </p:nvSpPr>
        <p:spPr>
          <a:xfrm>
            <a:off x="373301" y="186899"/>
            <a:ext cx="4889500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pt-BR" sz="4400" b="1" spc="50" dirty="0">
                <a:ln w="0"/>
                <a:solidFill>
                  <a:schemeClr val="bg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Análise de Frete</a:t>
            </a:r>
            <a:endParaRPr lang="pt-BR" sz="4400" b="1" cap="none" spc="50" dirty="0">
              <a:ln w="0"/>
              <a:solidFill>
                <a:schemeClr val="bg1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24459ABD-C48C-759D-0B9F-E1559E8F0BFA}"/>
              </a:ext>
            </a:extLst>
          </p:cNvPr>
          <p:cNvSpPr/>
          <p:nvPr/>
        </p:nvSpPr>
        <p:spPr>
          <a:xfrm>
            <a:off x="373301" y="2949911"/>
            <a:ext cx="5091491" cy="2712954"/>
          </a:xfrm>
          <a:prstGeom prst="roundRect">
            <a:avLst>
              <a:gd name="adj" fmla="val 4686"/>
            </a:avLst>
          </a:prstGeom>
          <a:solidFill>
            <a:schemeClr val="bg1"/>
          </a:solidFill>
          <a:ln>
            <a:noFill/>
          </a:ln>
          <a:effectLst>
            <a:outerShdw blurRad="63500" dist="88900" dir="2820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FFECBC65-9B7E-A95D-6F91-F5464A247F36}"/>
              </a:ext>
            </a:extLst>
          </p:cNvPr>
          <p:cNvSpPr/>
          <p:nvPr/>
        </p:nvSpPr>
        <p:spPr>
          <a:xfrm>
            <a:off x="373301" y="5957384"/>
            <a:ext cx="8532000" cy="4044870"/>
          </a:xfrm>
          <a:prstGeom prst="roundRect">
            <a:avLst>
              <a:gd name="adj" fmla="val 4686"/>
            </a:avLst>
          </a:prstGeom>
          <a:solidFill>
            <a:schemeClr val="bg1"/>
          </a:solidFill>
          <a:ln>
            <a:noFill/>
          </a:ln>
          <a:effectLst>
            <a:outerShdw blurRad="63500" dist="88900" dir="2820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1360037F-4043-BB21-DEC9-8CEA8F85066D}"/>
              </a:ext>
            </a:extLst>
          </p:cNvPr>
          <p:cNvSpPr/>
          <p:nvPr/>
        </p:nvSpPr>
        <p:spPr>
          <a:xfrm>
            <a:off x="5770859" y="1356802"/>
            <a:ext cx="4611449" cy="4306062"/>
          </a:xfrm>
          <a:prstGeom prst="roundRect">
            <a:avLst>
              <a:gd name="adj" fmla="val 4686"/>
            </a:avLst>
          </a:prstGeom>
          <a:solidFill>
            <a:schemeClr val="bg1"/>
          </a:solidFill>
          <a:ln>
            <a:noFill/>
          </a:ln>
          <a:effectLst>
            <a:outerShdw blurRad="63500" dist="88900" dir="2820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87B6D34D-C954-7704-D1A2-96EC93B75A03}"/>
              </a:ext>
            </a:extLst>
          </p:cNvPr>
          <p:cNvSpPr/>
          <p:nvPr/>
        </p:nvSpPr>
        <p:spPr>
          <a:xfrm>
            <a:off x="10688375" y="1356802"/>
            <a:ext cx="3396594" cy="4306062"/>
          </a:xfrm>
          <a:prstGeom prst="roundRect">
            <a:avLst>
              <a:gd name="adj" fmla="val 4686"/>
            </a:avLst>
          </a:prstGeom>
          <a:solidFill>
            <a:schemeClr val="bg1"/>
          </a:solidFill>
          <a:ln>
            <a:noFill/>
          </a:ln>
          <a:effectLst>
            <a:outerShdw blurRad="63500" dist="88900" dir="2820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4FA2D67F-F0FD-AE63-9F85-2284E38CDE42}"/>
              </a:ext>
            </a:extLst>
          </p:cNvPr>
          <p:cNvSpPr/>
          <p:nvPr/>
        </p:nvSpPr>
        <p:spPr>
          <a:xfrm>
            <a:off x="14391036" y="1356802"/>
            <a:ext cx="3396594" cy="4306062"/>
          </a:xfrm>
          <a:prstGeom prst="roundRect">
            <a:avLst>
              <a:gd name="adj" fmla="val 4686"/>
            </a:avLst>
          </a:prstGeom>
          <a:solidFill>
            <a:schemeClr val="bg1"/>
          </a:solidFill>
          <a:ln>
            <a:noFill/>
          </a:ln>
          <a:effectLst>
            <a:outerShdw blurRad="63500" dist="88900" dir="2820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263120D6-D566-68E6-5C94-FEB8D8F9915E}"/>
              </a:ext>
            </a:extLst>
          </p:cNvPr>
          <p:cNvSpPr/>
          <p:nvPr/>
        </p:nvSpPr>
        <p:spPr>
          <a:xfrm>
            <a:off x="9255630" y="5957384"/>
            <a:ext cx="8532000" cy="4044870"/>
          </a:xfrm>
          <a:prstGeom prst="roundRect">
            <a:avLst>
              <a:gd name="adj" fmla="val 4686"/>
            </a:avLst>
          </a:prstGeom>
          <a:solidFill>
            <a:schemeClr val="bg1"/>
          </a:solidFill>
          <a:ln>
            <a:noFill/>
          </a:ln>
          <a:effectLst>
            <a:outerShdw blurRad="63500" dist="88900" dir="2820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008B230A-9A30-AB27-4FC9-68E83FE503B8}"/>
              </a:ext>
            </a:extLst>
          </p:cNvPr>
          <p:cNvSpPr/>
          <p:nvPr/>
        </p:nvSpPr>
        <p:spPr>
          <a:xfrm>
            <a:off x="373302" y="1356802"/>
            <a:ext cx="5091490" cy="1298588"/>
          </a:xfrm>
          <a:prstGeom prst="roundRect">
            <a:avLst>
              <a:gd name="adj" fmla="val 4686"/>
            </a:avLst>
          </a:prstGeom>
          <a:solidFill>
            <a:schemeClr val="bg1"/>
          </a:solidFill>
          <a:ln>
            <a:noFill/>
          </a:ln>
          <a:effectLst>
            <a:outerShdw blurRad="63500" dist="88900" dir="2820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115920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9ED32E-A73C-4FD9-3A8C-762DC94A7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Agrupar 3">
            <a:extLst>
              <a:ext uri="{FF2B5EF4-FFF2-40B4-BE49-F238E27FC236}">
                <a16:creationId xmlns:a16="http://schemas.microsoft.com/office/drawing/2014/main" id="{92AA1491-53CA-C708-08F6-C7EE1F69A730}"/>
              </a:ext>
            </a:extLst>
          </p:cNvPr>
          <p:cNvGrpSpPr/>
          <p:nvPr/>
        </p:nvGrpSpPr>
        <p:grpSpPr>
          <a:xfrm>
            <a:off x="0" y="5293"/>
            <a:ext cx="18103850" cy="1188508"/>
            <a:chOff x="0" y="5293"/>
            <a:chExt cx="18103850" cy="1188508"/>
          </a:xfrm>
        </p:grpSpPr>
        <p:sp>
          <p:nvSpPr>
            <p:cNvPr id="6" name="Retângulo 12">
              <a:extLst>
                <a:ext uri="{FF2B5EF4-FFF2-40B4-BE49-F238E27FC236}">
                  <a16:creationId xmlns:a16="http://schemas.microsoft.com/office/drawing/2014/main" id="{A40F4BF7-49A3-9A98-2FCF-ACAD3FC2EB68}"/>
                </a:ext>
              </a:extLst>
            </p:cNvPr>
            <p:cNvSpPr/>
            <p:nvPr/>
          </p:nvSpPr>
          <p:spPr>
            <a:xfrm>
              <a:off x="6099145" y="1033463"/>
              <a:ext cx="233395" cy="126999"/>
            </a:xfrm>
            <a:custGeom>
              <a:avLst/>
              <a:gdLst>
                <a:gd name="csX0" fmla="*/ 0 w 233395"/>
                <a:gd name="csY0" fmla="*/ 0 h 126999"/>
                <a:gd name="csX1" fmla="*/ 233395 w 233395"/>
                <a:gd name="csY1" fmla="*/ 0 h 126999"/>
                <a:gd name="csX2" fmla="*/ 104808 w 233395"/>
                <a:gd name="csY2" fmla="*/ 69849 h 126999"/>
                <a:gd name="csX3" fmla="*/ 0 w 233395"/>
                <a:gd name="csY3" fmla="*/ 126999 h 126999"/>
                <a:gd name="csX4" fmla="*/ 0 w 233395"/>
                <a:gd name="csY4" fmla="*/ 0 h 1269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33395" h="126999">
                  <a:moveTo>
                    <a:pt x="0" y="0"/>
                  </a:moveTo>
                  <a:lnTo>
                    <a:pt x="233395" y="0"/>
                  </a:lnTo>
                  <a:lnTo>
                    <a:pt x="104808" y="69849"/>
                  </a:lnTo>
                  <a:lnTo>
                    <a:pt x="0" y="1269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8" name="Retângulo 7">
              <a:extLst>
                <a:ext uri="{FF2B5EF4-FFF2-40B4-BE49-F238E27FC236}">
                  <a16:creationId xmlns:a16="http://schemas.microsoft.com/office/drawing/2014/main" id="{F8939756-F12E-178B-D15A-2A5F85B7FB66}"/>
                </a:ext>
              </a:extLst>
            </p:cNvPr>
            <p:cNvSpPr/>
            <p:nvPr/>
          </p:nvSpPr>
          <p:spPr>
            <a:xfrm>
              <a:off x="6092793" y="5293"/>
              <a:ext cx="12011057" cy="1048378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" name="Retângulo 5">
              <a:extLst>
                <a:ext uri="{FF2B5EF4-FFF2-40B4-BE49-F238E27FC236}">
                  <a16:creationId xmlns:a16="http://schemas.microsoft.com/office/drawing/2014/main" id="{8ED6F3AB-AF2A-5C86-DFD4-84B61C59ADE7}"/>
                </a:ext>
              </a:extLst>
            </p:cNvPr>
            <p:cNvSpPr/>
            <p:nvPr/>
          </p:nvSpPr>
          <p:spPr>
            <a:xfrm>
              <a:off x="0" y="5293"/>
              <a:ext cx="7414358" cy="1188508"/>
            </a:xfrm>
            <a:custGeom>
              <a:avLst/>
              <a:gdLst>
                <a:gd name="csX0" fmla="*/ 0 w 6202680"/>
                <a:gd name="csY0" fmla="*/ 0 h 1075896"/>
                <a:gd name="csX1" fmla="*/ 6202680 w 6202680"/>
                <a:gd name="csY1" fmla="*/ 0 h 1075896"/>
                <a:gd name="csX2" fmla="*/ 5105400 w 6202680"/>
                <a:gd name="csY2" fmla="*/ 1045416 h 1075896"/>
                <a:gd name="csX3" fmla="*/ 0 w 6202680"/>
                <a:gd name="csY3" fmla="*/ 1075896 h 1075896"/>
                <a:gd name="csX4" fmla="*/ 0 w 6202680"/>
                <a:gd name="csY4" fmla="*/ 0 h 107589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202680" h="1075896">
                  <a:moveTo>
                    <a:pt x="0" y="0"/>
                  </a:moveTo>
                  <a:lnTo>
                    <a:pt x="6202680" y="0"/>
                  </a:lnTo>
                  <a:cubicBezTo>
                    <a:pt x="5836920" y="348472"/>
                    <a:pt x="5156200" y="102584"/>
                    <a:pt x="5105400" y="1045416"/>
                  </a:cubicBezTo>
                  <a:lnTo>
                    <a:pt x="0" y="107589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33" name="Retângulo 32">
            <a:extLst>
              <a:ext uri="{FF2B5EF4-FFF2-40B4-BE49-F238E27FC236}">
                <a16:creationId xmlns:a16="http://schemas.microsoft.com/office/drawing/2014/main" id="{6E9FE4AE-EF0D-3845-D162-FCC64130EB5A}"/>
              </a:ext>
            </a:extLst>
          </p:cNvPr>
          <p:cNvSpPr/>
          <p:nvPr/>
        </p:nvSpPr>
        <p:spPr>
          <a:xfrm>
            <a:off x="291347" y="187424"/>
            <a:ext cx="5994400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pt-BR" sz="4400" b="1" spc="50" dirty="0">
                <a:ln w="0"/>
                <a:solidFill>
                  <a:schemeClr val="bg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Composição de Custos</a:t>
            </a:r>
            <a:endParaRPr lang="pt-BR" sz="4400" b="1" cap="none" spc="50" dirty="0">
              <a:ln w="0"/>
              <a:solidFill>
                <a:schemeClr val="bg1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E1E76BC6-A802-6B0E-0989-B6E4A153C435}"/>
              </a:ext>
            </a:extLst>
          </p:cNvPr>
          <p:cNvSpPr/>
          <p:nvPr/>
        </p:nvSpPr>
        <p:spPr>
          <a:xfrm>
            <a:off x="6180140" y="1223842"/>
            <a:ext cx="5005138" cy="8853722"/>
          </a:xfrm>
          <a:prstGeom prst="roundRect">
            <a:avLst>
              <a:gd name="adj" fmla="val 4686"/>
            </a:avLst>
          </a:prstGeom>
          <a:solidFill>
            <a:schemeClr val="bg1"/>
          </a:solidFill>
          <a:ln>
            <a:noFill/>
          </a:ln>
          <a:effectLst>
            <a:outerShdw blurRad="63500" dist="88900" dir="2820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6CD8C671-1A9B-89AF-B54A-01E24A5F6E69}"/>
              </a:ext>
            </a:extLst>
          </p:cNvPr>
          <p:cNvSpPr/>
          <p:nvPr/>
        </p:nvSpPr>
        <p:spPr>
          <a:xfrm>
            <a:off x="11552740" y="1223841"/>
            <a:ext cx="6378228" cy="4320000"/>
          </a:xfrm>
          <a:prstGeom prst="roundRect">
            <a:avLst>
              <a:gd name="adj" fmla="val 5770"/>
            </a:avLst>
          </a:prstGeom>
          <a:solidFill>
            <a:schemeClr val="bg1"/>
          </a:solidFill>
          <a:ln>
            <a:noFill/>
          </a:ln>
          <a:effectLst>
            <a:outerShdw blurRad="63500" dist="88900" dir="2820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3DF77D04-A0C9-AA8F-BD1B-84240460EFDA}"/>
              </a:ext>
            </a:extLst>
          </p:cNvPr>
          <p:cNvSpPr/>
          <p:nvPr/>
        </p:nvSpPr>
        <p:spPr>
          <a:xfrm>
            <a:off x="11552740" y="5757563"/>
            <a:ext cx="6378228" cy="4320000"/>
          </a:xfrm>
          <a:prstGeom prst="roundRect">
            <a:avLst>
              <a:gd name="adj" fmla="val 5770"/>
            </a:avLst>
          </a:prstGeom>
          <a:solidFill>
            <a:schemeClr val="bg1"/>
          </a:solidFill>
          <a:ln>
            <a:noFill/>
          </a:ln>
          <a:effectLst>
            <a:outerShdw blurRad="63500" dist="88900" dir="2820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7" name="Agrupar 16">
            <a:extLst>
              <a:ext uri="{FF2B5EF4-FFF2-40B4-BE49-F238E27FC236}">
                <a16:creationId xmlns:a16="http://schemas.microsoft.com/office/drawing/2014/main" id="{C4D7A007-9BFC-7D77-DC99-56B25EDB8689}"/>
              </a:ext>
            </a:extLst>
          </p:cNvPr>
          <p:cNvGrpSpPr/>
          <p:nvPr/>
        </p:nvGrpSpPr>
        <p:grpSpPr>
          <a:xfrm>
            <a:off x="291347" y="5940295"/>
            <a:ext cx="5521331" cy="4137268"/>
            <a:chOff x="295269" y="5940295"/>
            <a:chExt cx="5521331" cy="4137268"/>
          </a:xfrm>
        </p:grpSpPr>
        <p:sp>
          <p:nvSpPr>
            <p:cNvPr id="16" name="Forma Livre: Forma 15">
              <a:extLst>
                <a:ext uri="{FF2B5EF4-FFF2-40B4-BE49-F238E27FC236}">
                  <a16:creationId xmlns:a16="http://schemas.microsoft.com/office/drawing/2014/main" id="{BD8457FF-946D-DB0C-018E-EA9F733E28FA}"/>
                </a:ext>
              </a:extLst>
            </p:cNvPr>
            <p:cNvSpPr/>
            <p:nvPr/>
          </p:nvSpPr>
          <p:spPr>
            <a:xfrm>
              <a:off x="385115" y="5940295"/>
              <a:ext cx="2360908" cy="1129807"/>
            </a:xfrm>
            <a:custGeom>
              <a:avLst/>
              <a:gdLst>
                <a:gd name="csX0" fmla="*/ 133353 w 2360908"/>
                <a:gd name="csY0" fmla="*/ 0 h 1095484"/>
                <a:gd name="csX1" fmla="*/ 2227555 w 2360908"/>
                <a:gd name="csY1" fmla="*/ 0 h 1095484"/>
                <a:gd name="csX2" fmla="*/ 2360908 w 2360908"/>
                <a:gd name="csY2" fmla="*/ 133353 h 1095484"/>
                <a:gd name="csX3" fmla="*/ 2360908 w 2360908"/>
                <a:gd name="csY3" fmla="*/ 962131 h 1095484"/>
                <a:gd name="csX4" fmla="*/ 2227555 w 2360908"/>
                <a:gd name="csY4" fmla="*/ 1095484 h 1095484"/>
                <a:gd name="csX5" fmla="*/ 133353 w 2360908"/>
                <a:gd name="csY5" fmla="*/ 1095484 h 1095484"/>
                <a:gd name="csX6" fmla="*/ 0 w 2360908"/>
                <a:gd name="csY6" fmla="*/ 962131 h 1095484"/>
                <a:gd name="csX7" fmla="*/ 0 w 2360908"/>
                <a:gd name="csY7" fmla="*/ 133353 h 1095484"/>
                <a:gd name="csX8" fmla="*/ 133353 w 2360908"/>
                <a:gd name="csY8" fmla="*/ 0 h 10954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360908" h="1095484">
                  <a:moveTo>
                    <a:pt x="133353" y="0"/>
                  </a:moveTo>
                  <a:lnTo>
                    <a:pt x="2227555" y="0"/>
                  </a:lnTo>
                  <a:cubicBezTo>
                    <a:pt x="2301204" y="0"/>
                    <a:pt x="2360908" y="59704"/>
                    <a:pt x="2360908" y="133353"/>
                  </a:cubicBezTo>
                  <a:lnTo>
                    <a:pt x="2360908" y="962131"/>
                  </a:lnTo>
                  <a:cubicBezTo>
                    <a:pt x="2360908" y="1035780"/>
                    <a:pt x="2301204" y="1095484"/>
                    <a:pt x="2227555" y="1095484"/>
                  </a:cubicBezTo>
                  <a:lnTo>
                    <a:pt x="133353" y="1095484"/>
                  </a:lnTo>
                  <a:cubicBezTo>
                    <a:pt x="59704" y="1095484"/>
                    <a:pt x="0" y="1035780"/>
                    <a:pt x="0" y="962131"/>
                  </a:cubicBezTo>
                  <a:lnTo>
                    <a:pt x="0" y="133353"/>
                  </a:lnTo>
                  <a:cubicBezTo>
                    <a:pt x="0" y="59704"/>
                    <a:pt x="59704" y="0"/>
                    <a:pt x="133353" y="0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</a:gradFill>
            <a:ln/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pt-BR"/>
            </a:p>
          </p:txBody>
        </p:sp>
        <p:sp>
          <p:nvSpPr>
            <p:cNvPr id="15" name="Retângulo: Cantos Arredondados 14">
              <a:extLst>
                <a:ext uri="{FF2B5EF4-FFF2-40B4-BE49-F238E27FC236}">
                  <a16:creationId xmlns:a16="http://schemas.microsoft.com/office/drawing/2014/main" id="{D2AC0351-FE53-F828-0169-15ED03262C53}"/>
                </a:ext>
              </a:extLst>
            </p:cNvPr>
            <p:cNvSpPr/>
            <p:nvPr/>
          </p:nvSpPr>
          <p:spPr>
            <a:xfrm>
              <a:off x="295269" y="6543299"/>
              <a:ext cx="5521331" cy="3534264"/>
            </a:xfrm>
            <a:prstGeom prst="roundRect">
              <a:avLst>
                <a:gd name="adj" fmla="val 5770"/>
              </a:avLst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18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p:grpSp>
        <p:nvGrpSpPr>
          <p:cNvPr id="19" name="Agrupar 18">
            <a:extLst>
              <a:ext uri="{FF2B5EF4-FFF2-40B4-BE49-F238E27FC236}">
                <a16:creationId xmlns:a16="http://schemas.microsoft.com/office/drawing/2014/main" id="{29BFDA6B-40E0-9FD6-A8F3-516602C20765}"/>
              </a:ext>
            </a:extLst>
          </p:cNvPr>
          <p:cNvGrpSpPr/>
          <p:nvPr/>
        </p:nvGrpSpPr>
        <p:grpSpPr>
          <a:xfrm>
            <a:off x="291347" y="1513435"/>
            <a:ext cx="5521331" cy="4137268"/>
            <a:chOff x="295269" y="1406935"/>
            <a:chExt cx="5521331" cy="4137268"/>
          </a:xfrm>
        </p:grpSpPr>
        <p:sp>
          <p:nvSpPr>
            <p:cNvPr id="18" name="Forma Livre: Forma 17">
              <a:extLst>
                <a:ext uri="{FF2B5EF4-FFF2-40B4-BE49-F238E27FC236}">
                  <a16:creationId xmlns:a16="http://schemas.microsoft.com/office/drawing/2014/main" id="{DC41A676-D325-E833-A6EC-8117ECF5F043}"/>
                </a:ext>
              </a:extLst>
            </p:cNvPr>
            <p:cNvSpPr/>
            <p:nvPr/>
          </p:nvSpPr>
          <p:spPr>
            <a:xfrm>
              <a:off x="3392192" y="1406935"/>
              <a:ext cx="2360908" cy="1129807"/>
            </a:xfrm>
            <a:custGeom>
              <a:avLst/>
              <a:gdLst>
                <a:gd name="csX0" fmla="*/ 133353 w 2360908"/>
                <a:gd name="csY0" fmla="*/ 0 h 1095484"/>
                <a:gd name="csX1" fmla="*/ 2227555 w 2360908"/>
                <a:gd name="csY1" fmla="*/ 0 h 1095484"/>
                <a:gd name="csX2" fmla="*/ 2360908 w 2360908"/>
                <a:gd name="csY2" fmla="*/ 133353 h 1095484"/>
                <a:gd name="csX3" fmla="*/ 2360908 w 2360908"/>
                <a:gd name="csY3" fmla="*/ 962131 h 1095484"/>
                <a:gd name="csX4" fmla="*/ 2227555 w 2360908"/>
                <a:gd name="csY4" fmla="*/ 1095484 h 1095484"/>
                <a:gd name="csX5" fmla="*/ 133353 w 2360908"/>
                <a:gd name="csY5" fmla="*/ 1095484 h 1095484"/>
                <a:gd name="csX6" fmla="*/ 0 w 2360908"/>
                <a:gd name="csY6" fmla="*/ 962131 h 1095484"/>
                <a:gd name="csX7" fmla="*/ 0 w 2360908"/>
                <a:gd name="csY7" fmla="*/ 133353 h 1095484"/>
                <a:gd name="csX8" fmla="*/ 133353 w 2360908"/>
                <a:gd name="csY8" fmla="*/ 0 h 10954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360908" h="1095484">
                  <a:moveTo>
                    <a:pt x="133353" y="0"/>
                  </a:moveTo>
                  <a:lnTo>
                    <a:pt x="2227555" y="0"/>
                  </a:lnTo>
                  <a:cubicBezTo>
                    <a:pt x="2301204" y="0"/>
                    <a:pt x="2360908" y="59704"/>
                    <a:pt x="2360908" y="133353"/>
                  </a:cubicBezTo>
                  <a:lnTo>
                    <a:pt x="2360908" y="962131"/>
                  </a:lnTo>
                  <a:cubicBezTo>
                    <a:pt x="2360908" y="1035780"/>
                    <a:pt x="2301204" y="1095484"/>
                    <a:pt x="2227555" y="1095484"/>
                  </a:cubicBezTo>
                  <a:lnTo>
                    <a:pt x="133353" y="1095484"/>
                  </a:lnTo>
                  <a:cubicBezTo>
                    <a:pt x="59704" y="1095484"/>
                    <a:pt x="0" y="1035780"/>
                    <a:pt x="0" y="962131"/>
                  </a:cubicBezTo>
                  <a:lnTo>
                    <a:pt x="0" y="133353"/>
                  </a:lnTo>
                  <a:cubicBezTo>
                    <a:pt x="0" y="59704"/>
                    <a:pt x="59704" y="0"/>
                    <a:pt x="133353" y="0"/>
                  </a:cubicBezTo>
                  <a:close/>
                </a:path>
              </a:pathLst>
            </a:custGeom>
            <a:gradFill>
              <a:gsLst>
                <a:gs pos="0">
                  <a:srgbClr val="FFC000"/>
                </a:gs>
                <a:gs pos="100000">
                  <a:srgbClr val="DFDA00"/>
                </a:gs>
              </a:gsLst>
            </a:gradFill>
            <a:ln/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pt-BR"/>
            </a:p>
          </p:txBody>
        </p:sp>
        <p:sp>
          <p:nvSpPr>
            <p:cNvPr id="14" name="Retângulo: Cantos Arredondados 13">
              <a:extLst>
                <a:ext uri="{FF2B5EF4-FFF2-40B4-BE49-F238E27FC236}">
                  <a16:creationId xmlns:a16="http://schemas.microsoft.com/office/drawing/2014/main" id="{E77DB7DA-6DC2-4BDF-AC91-9FB98AF44DF9}"/>
                </a:ext>
              </a:extLst>
            </p:cNvPr>
            <p:cNvSpPr/>
            <p:nvPr/>
          </p:nvSpPr>
          <p:spPr>
            <a:xfrm>
              <a:off x="295269" y="2009939"/>
              <a:ext cx="5521331" cy="3534264"/>
            </a:xfrm>
            <a:prstGeom prst="roundRect">
              <a:avLst>
                <a:gd name="adj" fmla="val 5770"/>
              </a:avLst>
            </a:prstGeom>
            <a:solidFill>
              <a:schemeClr val="bg1"/>
            </a:solidFill>
            <a:ln>
              <a:noFill/>
            </a:ln>
            <a:effectLst>
              <a:outerShdw blurRad="63500" dist="88900" dir="2820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38672396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B5BB4B-C8DE-1F56-D7AE-7B2341C967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Agrupar 2">
            <a:extLst>
              <a:ext uri="{FF2B5EF4-FFF2-40B4-BE49-F238E27FC236}">
                <a16:creationId xmlns:a16="http://schemas.microsoft.com/office/drawing/2014/main" id="{89C6F816-872A-8E14-3DB5-106499F595AE}"/>
              </a:ext>
            </a:extLst>
          </p:cNvPr>
          <p:cNvGrpSpPr/>
          <p:nvPr/>
        </p:nvGrpSpPr>
        <p:grpSpPr>
          <a:xfrm>
            <a:off x="0" y="5293"/>
            <a:ext cx="18103850" cy="1188508"/>
            <a:chOff x="0" y="5293"/>
            <a:chExt cx="18103850" cy="1188508"/>
          </a:xfrm>
        </p:grpSpPr>
        <p:sp>
          <p:nvSpPr>
            <p:cNvPr id="4" name="Retângulo 12">
              <a:extLst>
                <a:ext uri="{FF2B5EF4-FFF2-40B4-BE49-F238E27FC236}">
                  <a16:creationId xmlns:a16="http://schemas.microsoft.com/office/drawing/2014/main" id="{B6187A41-7805-115C-C493-F89C987CCD24}"/>
                </a:ext>
              </a:extLst>
            </p:cNvPr>
            <p:cNvSpPr/>
            <p:nvPr/>
          </p:nvSpPr>
          <p:spPr>
            <a:xfrm>
              <a:off x="6099145" y="1033463"/>
              <a:ext cx="233395" cy="126999"/>
            </a:xfrm>
            <a:custGeom>
              <a:avLst/>
              <a:gdLst>
                <a:gd name="csX0" fmla="*/ 0 w 233395"/>
                <a:gd name="csY0" fmla="*/ 0 h 126999"/>
                <a:gd name="csX1" fmla="*/ 233395 w 233395"/>
                <a:gd name="csY1" fmla="*/ 0 h 126999"/>
                <a:gd name="csX2" fmla="*/ 104808 w 233395"/>
                <a:gd name="csY2" fmla="*/ 69849 h 126999"/>
                <a:gd name="csX3" fmla="*/ 0 w 233395"/>
                <a:gd name="csY3" fmla="*/ 126999 h 126999"/>
                <a:gd name="csX4" fmla="*/ 0 w 233395"/>
                <a:gd name="csY4" fmla="*/ 0 h 1269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33395" h="126999">
                  <a:moveTo>
                    <a:pt x="0" y="0"/>
                  </a:moveTo>
                  <a:lnTo>
                    <a:pt x="233395" y="0"/>
                  </a:lnTo>
                  <a:lnTo>
                    <a:pt x="104808" y="69849"/>
                  </a:lnTo>
                  <a:lnTo>
                    <a:pt x="0" y="1269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5" name="Retângulo 4">
              <a:extLst>
                <a:ext uri="{FF2B5EF4-FFF2-40B4-BE49-F238E27FC236}">
                  <a16:creationId xmlns:a16="http://schemas.microsoft.com/office/drawing/2014/main" id="{84B3FBD7-A63C-8CE1-00B2-87D1B57D512F}"/>
                </a:ext>
              </a:extLst>
            </p:cNvPr>
            <p:cNvSpPr/>
            <p:nvPr/>
          </p:nvSpPr>
          <p:spPr>
            <a:xfrm>
              <a:off x="6092793" y="5293"/>
              <a:ext cx="12011057" cy="1048378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DA14B2C4-93D2-E1B0-F10E-814F88B419F3}"/>
                </a:ext>
              </a:extLst>
            </p:cNvPr>
            <p:cNvSpPr/>
            <p:nvPr/>
          </p:nvSpPr>
          <p:spPr>
            <a:xfrm>
              <a:off x="0" y="5293"/>
              <a:ext cx="7414358" cy="1188508"/>
            </a:xfrm>
            <a:custGeom>
              <a:avLst/>
              <a:gdLst>
                <a:gd name="csX0" fmla="*/ 0 w 6202680"/>
                <a:gd name="csY0" fmla="*/ 0 h 1075896"/>
                <a:gd name="csX1" fmla="*/ 6202680 w 6202680"/>
                <a:gd name="csY1" fmla="*/ 0 h 1075896"/>
                <a:gd name="csX2" fmla="*/ 5105400 w 6202680"/>
                <a:gd name="csY2" fmla="*/ 1045416 h 1075896"/>
                <a:gd name="csX3" fmla="*/ 0 w 6202680"/>
                <a:gd name="csY3" fmla="*/ 1075896 h 1075896"/>
                <a:gd name="csX4" fmla="*/ 0 w 6202680"/>
                <a:gd name="csY4" fmla="*/ 0 h 107589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202680" h="1075896">
                  <a:moveTo>
                    <a:pt x="0" y="0"/>
                  </a:moveTo>
                  <a:lnTo>
                    <a:pt x="6202680" y="0"/>
                  </a:lnTo>
                  <a:cubicBezTo>
                    <a:pt x="5836920" y="348472"/>
                    <a:pt x="5156200" y="102584"/>
                    <a:pt x="5105400" y="1045416"/>
                  </a:cubicBezTo>
                  <a:lnTo>
                    <a:pt x="0" y="107589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31" name="Retângulo 30">
            <a:extLst>
              <a:ext uri="{FF2B5EF4-FFF2-40B4-BE49-F238E27FC236}">
                <a16:creationId xmlns:a16="http://schemas.microsoft.com/office/drawing/2014/main" id="{62EAC0DB-8BEB-9FD1-AE1A-3C35FB90A441}"/>
              </a:ext>
            </a:extLst>
          </p:cNvPr>
          <p:cNvSpPr/>
          <p:nvPr/>
        </p:nvSpPr>
        <p:spPr>
          <a:xfrm>
            <a:off x="236140" y="144761"/>
            <a:ext cx="4572000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pt-BR" sz="44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Análise Granular</a:t>
            </a:r>
            <a:endParaRPr lang="pt-BR" sz="44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1E3760D4-8E32-7EAE-4676-5022F41714A0}"/>
              </a:ext>
            </a:extLst>
          </p:cNvPr>
          <p:cNvSpPr/>
          <p:nvPr/>
        </p:nvSpPr>
        <p:spPr>
          <a:xfrm>
            <a:off x="236140" y="5854138"/>
            <a:ext cx="2415619" cy="4237929"/>
          </a:xfrm>
          <a:prstGeom prst="roundRect">
            <a:avLst>
              <a:gd name="adj" fmla="val 4686"/>
            </a:avLst>
          </a:prstGeom>
          <a:solidFill>
            <a:schemeClr val="bg1"/>
          </a:solidFill>
          <a:ln>
            <a:noFill/>
          </a:ln>
          <a:effectLst>
            <a:outerShdw blurRad="63500" dist="88900" dir="2820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13B84FED-6890-41A4-F689-F047FC18BCFA}"/>
              </a:ext>
            </a:extLst>
          </p:cNvPr>
          <p:cNvSpPr/>
          <p:nvPr/>
        </p:nvSpPr>
        <p:spPr>
          <a:xfrm>
            <a:off x="236141" y="1328681"/>
            <a:ext cx="2415619" cy="4237929"/>
          </a:xfrm>
          <a:prstGeom prst="roundRect">
            <a:avLst>
              <a:gd name="adj" fmla="val 4686"/>
            </a:avLst>
          </a:prstGeom>
          <a:solidFill>
            <a:schemeClr val="bg1"/>
          </a:solidFill>
          <a:ln>
            <a:noFill/>
          </a:ln>
          <a:effectLst>
            <a:outerShdw blurRad="63500" dist="88900" dir="2820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DEA8EA78-4944-BD2B-1C2D-88C0C8B4F26B}"/>
              </a:ext>
            </a:extLst>
          </p:cNvPr>
          <p:cNvSpPr/>
          <p:nvPr/>
        </p:nvSpPr>
        <p:spPr>
          <a:xfrm>
            <a:off x="2923843" y="1328681"/>
            <a:ext cx="7119318" cy="2731146"/>
          </a:xfrm>
          <a:prstGeom prst="roundRect">
            <a:avLst>
              <a:gd name="adj" fmla="val 3237"/>
            </a:avLst>
          </a:prstGeom>
          <a:solidFill>
            <a:schemeClr val="bg1"/>
          </a:solidFill>
          <a:ln>
            <a:noFill/>
          </a:ln>
          <a:effectLst>
            <a:outerShdw blurRad="63500" dist="88900" dir="2820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9" name="Agrupar 8">
            <a:extLst>
              <a:ext uri="{FF2B5EF4-FFF2-40B4-BE49-F238E27FC236}">
                <a16:creationId xmlns:a16="http://schemas.microsoft.com/office/drawing/2014/main" id="{9428117B-4492-40D4-C30D-8C84D07AB24A}"/>
              </a:ext>
            </a:extLst>
          </p:cNvPr>
          <p:cNvGrpSpPr/>
          <p:nvPr/>
        </p:nvGrpSpPr>
        <p:grpSpPr>
          <a:xfrm>
            <a:off x="10315244" y="5857180"/>
            <a:ext cx="7415307" cy="4234886"/>
            <a:chOff x="10315244" y="5857180"/>
            <a:chExt cx="7415307" cy="4234886"/>
          </a:xfrm>
        </p:grpSpPr>
        <p:sp>
          <p:nvSpPr>
            <p:cNvPr id="30" name="Forma Livre: Forma 29">
              <a:extLst>
                <a:ext uri="{FF2B5EF4-FFF2-40B4-BE49-F238E27FC236}">
                  <a16:creationId xmlns:a16="http://schemas.microsoft.com/office/drawing/2014/main" id="{B4AC7AB5-5321-BEB2-D87F-3C0E9E03E29F}"/>
                </a:ext>
              </a:extLst>
            </p:cNvPr>
            <p:cNvSpPr/>
            <p:nvPr/>
          </p:nvSpPr>
          <p:spPr>
            <a:xfrm>
              <a:off x="10453036" y="5857180"/>
              <a:ext cx="2960105" cy="1257115"/>
            </a:xfrm>
            <a:custGeom>
              <a:avLst/>
              <a:gdLst>
                <a:gd name="csX0" fmla="*/ 133353 w 2360908"/>
                <a:gd name="csY0" fmla="*/ 0 h 1095484"/>
                <a:gd name="csX1" fmla="*/ 2227555 w 2360908"/>
                <a:gd name="csY1" fmla="*/ 0 h 1095484"/>
                <a:gd name="csX2" fmla="*/ 2360908 w 2360908"/>
                <a:gd name="csY2" fmla="*/ 133353 h 1095484"/>
                <a:gd name="csX3" fmla="*/ 2360908 w 2360908"/>
                <a:gd name="csY3" fmla="*/ 962131 h 1095484"/>
                <a:gd name="csX4" fmla="*/ 2227555 w 2360908"/>
                <a:gd name="csY4" fmla="*/ 1095484 h 1095484"/>
                <a:gd name="csX5" fmla="*/ 133353 w 2360908"/>
                <a:gd name="csY5" fmla="*/ 1095484 h 1095484"/>
                <a:gd name="csX6" fmla="*/ 0 w 2360908"/>
                <a:gd name="csY6" fmla="*/ 962131 h 1095484"/>
                <a:gd name="csX7" fmla="*/ 0 w 2360908"/>
                <a:gd name="csY7" fmla="*/ 133353 h 1095484"/>
                <a:gd name="csX8" fmla="*/ 133353 w 2360908"/>
                <a:gd name="csY8" fmla="*/ 0 h 10954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360908" h="1095484">
                  <a:moveTo>
                    <a:pt x="133353" y="0"/>
                  </a:moveTo>
                  <a:lnTo>
                    <a:pt x="2227555" y="0"/>
                  </a:lnTo>
                  <a:cubicBezTo>
                    <a:pt x="2301204" y="0"/>
                    <a:pt x="2360908" y="59704"/>
                    <a:pt x="2360908" y="133353"/>
                  </a:cubicBezTo>
                  <a:lnTo>
                    <a:pt x="2360908" y="962131"/>
                  </a:lnTo>
                  <a:cubicBezTo>
                    <a:pt x="2360908" y="1035780"/>
                    <a:pt x="2301204" y="1095484"/>
                    <a:pt x="2227555" y="1095484"/>
                  </a:cubicBezTo>
                  <a:lnTo>
                    <a:pt x="133353" y="1095484"/>
                  </a:lnTo>
                  <a:cubicBezTo>
                    <a:pt x="59704" y="1095484"/>
                    <a:pt x="0" y="1035780"/>
                    <a:pt x="0" y="962131"/>
                  </a:cubicBezTo>
                  <a:lnTo>
                    <a:pt x="0" y="133353"/>
                  </a:lnTo>
                  <a:cubicBezTo>
                    <a:pt x="0" y="59704"/>
                    <a:pt x="59704" y="0"/>
                    <a:pt x="133353" y="0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</a:gra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pt-BR"/>
            </a:p>
          </p:txBody>
        </p:sp>
        <p:sp>
          <p:nvSpPr>
            <p:cNvPr id="37" name="Retângulo: Cantos Arredondados 36">
              <a:extLst>
                <a:ext uri="{FF2B5EF4-FFF2-40B4-BE49-F238E27FC236}">
                  <a16:creationId xmlns:a16="http://schemas.microsoft.com/office/drawing/2014/main" id="{37A0E2AC-E042-D774-C28B-2467AD578F04}"/>
                </a:ext>
              </a:extLst>
            </p:cNvPr>
            <p:cNvSpPr/>
            <p:nvPr/>
          </p:nvSpPr>
          <p:spPr>
            <a:xfrm>
              <a:off x="10315244" y="6672066"/>
              <a:ext cx="7415307" cy="3420000"/>
            </a:xfrm>
            <a:prstGeom prst="roundRect">
              <a:avLst>
                <a:gd name="adj" fmla="val 3237"/>
              </a:avLst>
            </a:prstGeom>
            <a:solidFill>
              <a:schemeClr val="bg1"/>
            </a:solidFill>
            <a:ln>
              <a:noFill/>
            </a:ln>
            <a:effectLst>
              <a:outerShdw blurRad="63500" dist="88900" dir="2820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8" name="Agrupar 7">
            <a:extLst>
              <a:ext uri="{FF2B5EF4-FFF2-40B4-BE49-F238E27FC236}">
                <a16:creationId xmlns:a16="http://schemas.microsoft.com/office/drawing/2014/main" id="{DA458E46-F5B3-C26C-6D26-241567F43B89}"/>
              </a:ext>
            </a:extLst>
          </p:cNvPr>
          <p:cNvGrpSpPr/>
          <p:nvPr/>
        </p:nvGrpSpPr>
        <p:grpSpPr>
          <a:xfrm>
            <a:off x="10315244" y="1322508"/>
            <a:ext cx="7415307" cy="4244102"/>
            <a:chOff x="10315244" y="1322508"/>
            <a:chExt cx="7415307" cy="4244102"/>
          </a:xfrm>
        </p:grpSpPr>
        <p:sp>
          <p:nvSpPr>
            <p:cNvPr id="33" name="Forma Livre: Forma 32">
              <a:extLst>
                <a:ext uri="{FF2B5EF4-FFF2-40B4-BE49-F238E27FC236}">
                  <a16:creationId xmlns:a16="http://schemas.microsoft.com/office/drawing/2014/main" id="{67479E83-D2FE-B678-EDAF-34EB3AF901EA}"/>
                </a:ext>
              </a:extLst>
            </p:cNvPr>
            <p:cNvSpPr/>
            <p:nvPr/>
          </p:nvSpPr>
          <p:spPr>
            <a:xfrm>
              <a:off x="14615717" y="1322508"/>
              <a:ext cx="2960105" cy="1129807"/>
            </a:xfrm>
            <a:custGeom>
              <a:avLst/>
              <a:gdLst>
                <a:gd name="csX0" fmla="*/ 133353 w 2360908"/>
                <a:gd name="csY0" fmla="*/ 0 h 1095484"/>
                <a:gd name="csX1" fmla="*/ 2227555 w 2360908"/>
                <a:gd name="csY1" fmla="*/ 0 h 1095484"/>
                <a:gd name="csX2" fmla="*/ 2360908 w 2360908"/>
                <a:gd name="csY2" fmla="*/ 133353 h 1095484"/>
                <a:gd name="csX3" fmla="*/ 2360908 w 2360908"/>
                <a:gd name="csY3" fmla="*/ 962131 h 1095484"/>
                <a:gd name="csX4" fmla="*/ 2227555 w 2360908"/>
                <a:gd name="csY4" fmla="*/ 1095484 h 1095484"/>
                <a:gd name="csX5" fmla="*/ 133353 w 2360908"/>
                <a:gd name="csY5" fmla="*/ 1095484 h 1095484"/>
                <a:gd name="csX6" fmla="*/ 0 w 2360908"/>
                <a:gd name="csY6" fmla="*/ 962131 h 1095484"/>
                <a:gd name="csX7" fmla="*/ 0 w 2360908"/>
                <a:gd name="csY7" fmla="*/ 133353 h 1095484"/>
                <a:gd name="csX8" fmla="*/ 133353 w 2360908"/>
                <a:gd name="csY8" fmla="*/ 0 h 10954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360908" h="1095484">
                  <a:moveTo>
                    <a:pt x="133353" y="0"/>
                  </a:moveTo>
                  <a:lnTo>
                    <a:pt x="2227555" y="0"/>
                  </a:lnTo>
                  <a:cubicBezTo>
                    <a:pt x="2301204" y="0"/>
                    <a:pt x="2360908" y="59704"/>
                    <a:pt x="2360908" y="133353"/>
                  </a:cubicBezTo>
                  <a:lnTo>
                    <a:pt x="2360908" y="962131"/>
                  </a:lnTo>
                  <a:cubicBezTo>
                    <a:pt x="2360908" y="1035780"/>
                    <a:pt x="2301204" y="1095484"/>
                    <a:pt x="2227555" y="1095484"/>
                  </a:cubicBezTo>
                  <a:lnTo>
                    <a:pt x="133353" y="1095484"/>
                  </a:lnTo>
                  <a:cubicBezTo>
                    <a:pt x="59704" y="1095484"/>
                    <a:pt x="0" y="1035780"/>
                    <a:pt x="0" y="962131"/>
                  </a:cubicBezTo>
                  <a:lnTo>
                    <a:pt x="0" y="133353"/>
                  </a:lnTo>
                  <a:cubicBezTo>
                    <a:pt x="0" y="59704"/>
                    <a:pt x="59704" y="0"/>
                    <a:pt x="133353" y="0"/>
                  </a:cubicBezTo>
                  <a:close/>
                </a:path>
              </a:pathLst>
            </a:custGeom>
            <a:gradFill>
              <a:gsLst>
                <a:gs pos="0">
                  <a:srgbClr val="FFC000"/>
                </a:gs>
                <a:gs pos="100000">
                  <a:srgbClr val="DFDA00"/>
                </a:gs>
              </a:gsLst>
            </a:gradFill>
            <a:ln/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pt-BR"/>
            </a:p>
          </p:txBody>
        </p:sp>
        <p:sp>
          <p:nvSpPr>
            <p:cNvPr id="45" name="Retângulo: Cantos Arredondados 44">
              <a:extLst>
                <a:ext uri="{FF2B5EF4-FFF2-40B4-BE49-F238E27FC236}">
                  <a16:creationId xmlns:a16="http://schemas.microsoft.com/office/drawing/2014/main" id="{08C3BDF5-0B20-A341-6C94-F24F5C0349B6}"/>
                </a:ext>
              </a:extLst>
            </p:cNvPr>
            <p:cNvSpPr/>
            <p:nvPr/>
          </p:nvSpPr>
          <p:spPr>
            <a:xfrm>
              <a:off x="10315244" y="2146610"/>
              <a:ext cx="7415307" cy="3420000"/>
            </a:xfrm>
            <a:prstGeom prst="roundRect">
              <a:avLst>
                <a:gd name="adj" fmla="val 3237"/>
              </a:avLst>
            </a:prstGeom>
            <a:solidFill>
              <a:schemeClr val="bg1"/>
            </a:solidFill>
            <a:ln>
              <a:noFill/>
            </a:ln>
            <a:effectLst>
              <a:outerShdw blurRad="63500" dist="88900" dir="2820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937D19D9-72D9-B196-A44B-5BE5F2A54D4C}"/>
              </a:ext>
            </a:extLst>
          </p:cNvPr>
          <p:cNvSpPr/>
          <p:nvPr/>
        </p:nvSpPr>
        <p:spPr>
          <a:xfrm>
            <a:off x="2923843" y="4334837"/>
            <a:ext cx="7119318" cy="5757229"/>
          </a:xfrm>
          <a:prstGeom prst="roundRect">
            <a:avLst>
              <a:gd name="adj" fmla="val 3237"/>
            </a:avLst>
          </a:prstGeom>
          <a:solidFill>
            <a:schemeClr val="bg1"/>
          </a:solidFill>
          <a:ln>
            <a:noFill/>
          </a:ln>
          <a:effectLst>
            <a:outerShdw blurRad="63500" dist="88900" dir="2820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191452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o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10</Words>
  <Application>Microsoft Office PowerPoint</Application>
  <PresentationFormat>Personalizar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Calibri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pedro lucas</dc:creator>
  <cp:lastModifiedBy>Pedro Lucas de Oliveira</cp:lastModifiedBy>
  <cp:revision>2</cp:revision>
  <dcterms:created xsi:type="dcterms:W3CDTF">2026-07-31T22:05:46Z</dcterms:created>
  <dcterms:modified xsi:type="dcterms:W3CDTF">2026-10-01T12:45:47Z</dcterms:modified>
</cp:coreProperties>
</file>